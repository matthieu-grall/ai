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1" r:id="rId4"/>
  </p:sldMasterIdLst>
  <p:notesMasterIdLst>
    <p:notesMasterId r:id="rId26"/>
  </p:notesMasterIdLst>
  <p:handoutMasterIdLst>
    <p:handoutMasterId r:id="rId27"/>
  </p:handoutMasterIdLst>
  <p:sldIdLst>
    <p:sldId id="1180" r:id="rId5"/>
    <p:sldId id="1229" r:id="rId6"/>
    <p:sldId id="260" r:id="rId7"/>
    <p:sldId id="1232" r:id="rId8"/>
    <p:sldId id="1233" r:id="rId9"/>
    <p:sldId id="1228" r:id="rId10"/>
    <p:sldId id="1235" r:id="rId11"/>
    <p:sldId id="1236" r:id="rId12"/>
    <p:sldId id="1231" r:id="rId13"/>
    <p:sldId id="1237" r:id="rId14"/>
    <p:sldId id="1238" r:id="rId15"/>
    <p:sldId id="1239" r:id="rId16"/>
    <p:sldId id="1240" r:id="rId17"/>
    <p:sldId id="1241" r:id="rId18"/>
    <p:sldId id="1245" r:id="rId19"/>
    <p:sldId id="1242" r:id="rId20"/>
    <p:sldId id="1234" r:id="rId21"/>
    <p:sldId id="1243" r:id="rId22"/>
    <p:sldId id="1244" r:id="rId23"/>
    <p:sldId id="1056" r:id="rId24"/>
    <p:sldId id="1227" r:id="rId2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30D05D4-2185-4605-9CBA-1198ACAF49AA}">
          <p14:sldIdLst>
            <p14:sldId id="1180"/>
            <p14:sldId id="1229"/>
            <p14:sldId id="260"/>
          </p14:sldIdLst>
        </p14:section>
        <p14:section name="Problématique" id="{B2439538-B823-45A8-933B-E854FA8C11FB}">
          <p14:sldIdLst>
            <p14:sldId id="1232"/>
            <p14:sldId id="1233"/>
            <p14:sldId id="1228"/>
            <p14:sldId id="1235"/>
          </p14:sldIdLst>
        </p14:section>
        <p14:section name="Propositions" id="{1B60905C-D819-4E88-9C85-B3D0CE284F69}">
          <p14:sldIdLst>
            <p14:sldId id="1236"/>
            <p14:sldId id="1231"/>
            <p14:sldId id="1237"/>
            <p14:sldId id="1238"/>
            <p14:sldId id="1239"/>
            <p14:sldId id="1240"/>
            <p14:sldId id="1241"/>
            <p14:sldId id="1245"/>
            <p14:sldId id="1242"/>
          </p14:sldIdLst>
        </p14:section>
        <p14:section name="Suites" id="{22E56C3C-7309-4535-8941-B032EB94F240}">
          <p14:sldIdLst>
            <p14:sldId id="1234"/>
            <p14:sldId id="1243"/>
            <p14:sldId id="1244"/>
          </p14:sldIdLst>
        </p14:section>
        <p14:section name="Annexes" id="{62B0886C-6791-4850-BF14-970253647BA4}">
          <p14:sldIdLst>
            <p14:sldId id="1056"/>
            <p14:sldId id="122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7A7A7A"/>
    <a:srgbClr val="D1282E"/>
    <a:srgbClr val="CCFFCC"/>
    <a:srgbClr val="E9E9E2"/>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3E2E16-122A-48CB-B852-294F15306B48}" v="186" dt="2026-04-16T14:22:47.2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0" autoAdjust="0"/>
    <p:restoredTop sz="86510" autoAdjust="0"/>
  </p:normalViewPr>
  <p:slideViewPr>
    <p:cSldViewPr snapToGrid="0">
      <p:cViewPr varScale="1">
        <p:scale>
          <a:sx n="92" d="100"/>
          <a:sy n="92" d="100"/>
        </p:scale>
        <p:origin x="102" y="120"/>
      </p:cViewPr>
      <p:guideLst/>
    </p:cSldViewPr>
  </p:slideViewPr>
  <p:outlineViewPr>
    <p:cViewPr>
      <p:scale>
        <a:sx n="33" d="100"/>
        <a:sy n="33" d="100"/>
      </p:scale>
      <p:origin x="0" y="-3324"/>
    </p:cViewPr>
  </p:outlineViewPr>
  <p:notesTextViewPr>
    <p:cViewPr>
      <p:scale>
        <a:sx n="1" d="1"/>
        <a:sy n="1" d="1"/>
      </p:scale>
      <p:origin x="0" y="0"/>
    </p:cViewPr>
  </p:notesTextViewPr>
  <p:sorterViewPr>
    <p:cViewPr>
      <p:scale>
        <a:sx n="90" d="100"/>
        <a:sy n="90" d="100"/>
      </p:scale>
      <p:origin x="0" y="-1426"/>
    </p:cViewPr>
  </p:sorterViewPr>
  <p:notesViewPr>
    <p:cSldViewPr snapToGrid="0">
      <p:cViewPr varScale="1">
        <p:scale>
          <a:sx n="84" d="100"/>
          <a:sy n="84" d="100"/>
        </p:scale>
        <p:origin x="3048"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GRALL" userId="118c06a7-9453-4716-8b3c-62df6b2b424e" providerId="ADAL" clId="{9721145F-0FD9-4F5D-B8EC-79BA9F0227AA}"/>
    <pc:docChg chg="undo custSel addSld delSld modSld sldOrd addSection delSection modSection">
      <pc:chgData name="Matthieu GRALL" userId="118c06a7-9453-4716-8b3c-62df6b2b424e" providerId="ADAL" clId="{9721145F-0FD9-4F5D-B8EC-79BA9F0227AA}" dt="2026-04-08T11:58:49.723" v="258" actId="14100"/>
      <pc:docMkLst>
        <pc:docMk/>
      </pc:docMkLst>
      <pc:sldChg chg="modSp mod">
        <pc:chgData name="Matthieu GRALL" userId="118c06a7-9453-4716-8b3c-62df6b2b424e" providerId="ADAL" clId="{9721145F-0FD9-4F5D-B8EC-79BA9F0227AA}" dt="2026-04-08T11:56:39.048" v="157" actId="6549"/>
        <pc:sldMkLst>
          <pc:docMk/>
          <pc:sldMk cId="3676879581" sldId="1056"/>
        </pc:sldMkLst>
        <pc:spChg chg="mod">
          <ac:chgData name="Matthieu GRALL" userId="118c06a7-9453-4716-8b3c-62df6b2b424e" providerId="ADAL" clId="{9721145F-0FD9-4F5D-B8EC-79BA9F0227AA}" dt="2026-04-08T11:56:39.048" v="157" actId="6549"/>
          <ac:spMkLst>
            <pc:docMk/>
            <pc:sldMk cId="3676879581" sldId="1056"/>
            <ac:spMk id="7" creationId="{3B111B93-3E32-4B76-AA9E-FA27A4010B47}"/>
          </ac:spMkLst>
        </pc:spChg>
      </pc:sldChg>
      <pc:sldChg chg="modSp mod">
        <pc:chgData name="Matthieu GRALL" userId="118c06a7-9453-4716-8b3c-62df6b2b424e" providerId="ADAL" clId="{9721145F-0FD9-4F5D-B8EC-79BA9F0227AA}" dt="2026-04-08T11:58:18.665" v="256" actId="20577"/>
        <pc:sldMkLst>
          <pc:docMk/>
          <pc:sldMk cId="208998327" sldId="1180"/>
        </pc:sldMkLst>
        <pc:spChg chg="mod">
          <ac:chgData name="Matthieu GRALL" userId="118c06a7-9453-4716-8b3c-62df6b2b424e" providerId="ADAL" clId="{9721145F-0FD9-4F5D-B8EC-79BA9F0227AA}" dt="2026-04-08T11:58:18.665" v="256" actId="20577"/>
          <ac:spMkLst>
            <pc:docMk/>
            <pc:sldMk cId="208998327" sldId="1180"/>
            <ac:spMk id="2" creationId="{36F48A7D-0EC3-6B11-1356-2C9D0D1508EC}"/>
          </ac:spMkLst>
        </pc:spChg>
      </pc:sldChg>
      <pc:sldChg chg="modSp mod">
        <pc:chgData name="Matthieu GRALL" userId="118c06a7-9453-4716-8b3c-62df6b2b424e" providerId="ADAL" clId="{9721145F-0FD9-4F5D-B8EC-79BA9F0227AA}" dt="2026-04-08T11:57:17.401" v="246" actId="20577"/>
        <pc:sldMkLst>
          <pc:docMk/>
          <pc:sldMk cId="1869716879" sldId="1227"/>
        </pc:sldMkLst>
        <pc:graphicFrameChg chg="modGraphic">
          <ac:chgData name="Matthieu GRALL" userId="118c06a7-9453-4716-8b3c-62df6b2b424e" providerId="ADAL" clId="{9721145F-0FD9-4F5D-B8EC-79BA9F0227AA}" dt="2026-04-08T11:57:17.401" v="246" actId="20577"/>
          <ac:graphicFrameMkLst>
            <pc:docMk/>
            <pc:sldMk cId="1869716879" sldId="1227"/>
            <ac:graphicFrameMk id="14" creationId="{4F3F4863-8D99-1CBD-040F-E490061F51E8}"/>
          </ac:graphicFrameMkLst>
        </pc:graphicFrameChg>
      </pc:sldChg>
      <pc:sldChg chg="delSp modSp mod ord delAnim modAnim">
        <pc:chgData name="Matthieu GRALL" userId="118c06a7-9453-4716-8b3c-62df6b2b424e" providerId="ADAL" clId="{9721145F-0FD9-4F5D-B8EC-79BA9F0227AA}" dt="2026-04-08T11:53:07.476" v="146"/>
        <pc:sldMkLst>
          <pc:docMk/>
          <pc:sldMk cId="3621337106" sldId="1228"/>
        </pc:sldMkLst>
        <pc:spChg chg="mod">
          <ac:chgData name="Matthieu GRALL" userId="118c06a7-9453-4716-8b3c-62df6b2b424e" providerId="ADAL" clId="{9721145F-0FD9-4F5D-B8EC-79BA9F0227AA}" dt="2026-04-08T11:49:25.300" v="68" actId="5793"/>
          <ac:spMkLst>
            <pc:docMk/>
            <pc:sldMk cId="3621337106" sldId="1228"/>
            <ac:spMk id="77" creationId="{C1E30CF1-BB67-EABA-98FD-BF40C728ECAD}"/>
          </ac:spMkLst>
        </pc:spChg>
        <pc:spChg chg="mod">
          <ac:chgData name="Matthieu GRALL" userId="118c06a7-9453-4716-8b3c-62df6b2b424e" providerId="ADAL" clId="{9721145F-0FD9-4F5D-B8EC-79BA9F0227AA}" dt="2026-04-08T11:47:55.948" v="38" actId="1037"/>
          <ac:spMkLst>
            <pc:docMk/>
            <pc:sldMk cId="3621337106" sldId="1228"/>
            <ac:spMk id="91" creationId="{B8976E8D-2C4C-0912-41BE-0214ABBAA590}"/>
          </ac:spMkLst>
        </pc:spChg>
        <pc:spChg chg="mod">
          <ac:chgData name="Matthieu GRALL" userId="118c06a7-9453-4716-8b3c-62df6b2b424e" providerId="ADAL" clId="{9721145F-0FD9-4F5D-B8EC-79BA9F0227AA}" dt="2026-04-08T11:48:25.604" v="61" actId="1035"/>
          <ac:spMkLst>
            <pc:docMk/>
            <pc:sldMk cId="3621337106" sldId="1228"/>
            <ac:spMk id="94" creationId="{9BE0B659-DAB8-9C26-6112-C30AFDAD4018}"/>
          </ac:spMkLst>
        </pc:spChg>
        <pc:spChg chg="mod">
          <ac:chgData name="Matthieu GRALL" userId="118c06a7-9453-4716-8b3c-62df6b2b424e" providerId="ADAL" clId="{9721145F-0FD9-4F5D-B8EC-79BA9F0227AA}" dt="2026-04-08T11:48:25.604" v="61" actId="1035"/>
          <ac:spMkLst>
            <pc:docMk/>
            <pc:sldMk cId="3621337106" sldId="1228"/>
            <ac:spMk id="95" creationId="{7D27B634-E407-7CB0-7F13-D4F868191971}"/>
          </ac:spMkLst>
        </pc:spChg>
        <pc:spChg chg="mod">
          <ac:chgData name="Matthieu GRALL" userId="118c06a7-9453-4716-8b3c-62df6b2b424e" providerId="ADAL" clId="{9721145F-0FD9-4F5D-B8EC-79BA9F0227AA}" dt="2026-04-08T11:48:25.604" v="61" actId="1035"/>
          <ac:spMkLst>
            <pc:docMk/>
            <pc:sldMk cId="3621337106" sldId="1228"/>
            <ac:spMk id="96" creationId="{7FF88749-DC05-6970-9341-5DE4A4772457}"/>
          </ac:spMkLst>
        </pc:spChg>
        <pc:cxnChg chg="mod">
          <ac:chgData name="Matthieu GRALL" userId="118c06a7-9453-4716-8b3c-62df6b2b424e" providerId="ADAL" clId="{9721145F-0FD9-4F5D-B8EC-79BA9F0227AA}" dt="2026-04-08T11:47:55.948" v="38" actId="1037"/>
          <ac:cxnSpMkLst>
            <pc:docMk/>
            <pc:sldMk cId="3621337106" sldId="1228"/>
            <ac:cxnSpMk id="90" creationId="{58440D44-860F-889E-FD6B-E530F3BEC9CD}"/>
          </ac:cxnSpMkLst>
        </pc:cxnChg>
        <pc:cxnChg chg="mod">
          <ac:chgData name="Matthieu GRALL" userId="118c06a7-9453-4716-8b3c-62df6b2b424e" providerId="ADAL" clId="{9721145F-0FD9-4F5D-B8EC-79BA9F0227AA}" dt="2026-04-08T11:49:24.343" v="64" actId="20577"/>
          <ac:cxnSpMkLst>
            <pc:docMk/>
            <pc:sldMk cId="3621337106" sldId="1228"/>
            <ac:cxnSpMk id="106" creationId="{ACEB0856-B54A-9003-F1B0-09962B5F4B1D}"/>
          </ac:cxnSpMkLst>
        </pc:cxnChg>
        <pc:cxnChg chg="mod">
          <ac:chgData name="Matthieu GRALL" userId="118c06a7-9453-4716-8b3c-62df6b2b424e" providerId="ADAL" clId="{9721145F-0FD9-4F5D-B8EC-79BA9F0227AA}" dt="2026-04-08T11:48:25.604" v="61" actId="1035"/>
          <ac:cxnSpMkLst>
            <pc:docMk/>
            <pc:sldMk cId="3621337106" sldId="1228"/>
            <ac:cxnSpMk id="108" creationId="{62EB9F19-C7F7-5E8C-1928-A47E035D6954}"/>
          </ac:cxnSpMkLst>
        </pc:cxnChg>
        <pc:cxnChg chg="mod">
          <ac:chgData name="Matthieu GRALL" userId="118c06a7-9453-4716-8b3c-62df6b2b424e" providerId="ADAL" clId="{9721145F-0FD9-4F5D-B8EC-79BA9F0227AA}" dt="2026-04-08T11:48:25.604" v="61" actId="1035"/>
          <ac:cxnSpMkLst>
            <pc:docMk/>
            <pc:sldMk cId="3621337106" sldId="1228"/>
            <ac:cxnSpMk id="109" creationId="{103ACB49-5781-35FE-5BB1-6D8334E4067F}"/>
          </ac:cxnSpMkLst>
        </pc:cxnChg>
        <pc:cxnChg chg="mod">
          <ac:chgData name="Matthieu GRALL" userId="118c06a7-9453-4716-8b3c-62df6b2b424e" providerId="ADAL" clId="{9721145F-0FD9-4F5D-B8EC-79BA9F0227AA}" dt="2026-04-08T11:48:25.604" v="61" actId="1035"/>
          <ac:cxnSpMkLst>
            <pc:docMk/>
            <pc:sldMk cId="3621337106" sldId="1228"/>
            <ac:cxnSpMk id="110" creationId="{B16392AD-4D10-CDF6-3F2C-F3C843FD5998}"/>
          </ac:cxnSpMkLst>
        </pc:cxnChg>
      </pc:sldChg>
      <pc:sldChg chg="add">
        <pc:chgData name="Matthieu GRALL" userId="118c06a7-9453-4716-8b3c-62df6b2b424e" providerId="ADAL" clId="{9721145F-0FD9-4F5D-B8EC-79BA9F0227AA}" dt="2026-04-08T11:51:48.415" v="140"/>
        <pc:sldMkLst>
          <pc:docMk/>
          <pc:sldMk cId="1968643660" sldId="1229"/>
        </pc:sldMkLst>
      </pc:sldChg>
      <pc:sldChg chg="add">
        <pc:chgData name="Matthieu GRALL" userId="118c06a7-9453-4716-8b3c-62df6b2b424e" providerId="ADAL" clId="{9721145F-0FD9-4F5D-B8EC-79BA9F0227AA}" dt="2026-04-08T11:53:38.632" v="147"/>
        <pc:sldMkLst>
          <pc:docMk/>
          <pc:sldMk cId="3572097583" sldId="1231"/>
        </pc:sldMkLst>
      </pc:sldChg>
      <pc:sldChg chg="add">
        <pc:chgData name="Matthieu GRALL" userId="118c06a7-9453-4716-8b3c-62df6b2b424e" providerId="ADAL" clId="{9721145F-0FD9-4F5D-B8EC-79BA9F0227AA}" dt="2026-04-08T11:52:19.379" v="141"/>
        <pc:sldMkLst>
          <pc:docMk/>
          <pc:sldMk cId="1528304864" sldId="1232"/>
        </pc:sldMkLst>
      </pc:sldChg>
      <pc:sldChg chg="add">
        <pc:chgData name="Matthieu GRALL" userId="118c06a7-9453-4716-8b3c-62df6b2b424e" providerId="ADAL" clId="{9721145F-0FD9-4F5D-B8EC-79BA9F0227AA}" dt="2026-04-08T11:52:19.379" v="141"/>
        <pc:sldMkLst>
          <pc:docMk/>
          <pc:sldMk cId="3126067523" sldId="1233"/>
        </pc:sldMkLst>
      </pc:sldChg>
      <pc:sldChg chg="add">
        <pc:chgData name="Matthieu GRALL" userId="118c06a7-9453-4716-8b3c-62df6b2b424e" providerId="ADAL" clId="{9721145F-0FD9-4F5D-B8EC-79BA9F0227AA}" dt="2026-04-08T11:54:56.872" v="152"/>
        <pc:sldMkLst>
          <pc:docMk/>
          <pc:sldMk cId="4293632031" sldId="1234"/>
        </pc:sldMkLst>
      </pc:sldChg>
      <pc:sldChg chg="add">
        <pc:chgData name="Matthieu GRALL" userId="118c06a7-9453-4716-8b3c-62df6b2b424e" providerId="ADAL" clId="{9721145F-0FD9-4F5D-B8EC-79BA9F0227AA}" dt="2026-04-08T11:52:19.379" v="141"/>
        <pc:sldMkLst>
          <pc:docMk/>
          <pc:sldMk cId="4239295657" sldId="1235"/>
        </pc:sldMkLst>
      </pc:sldChg>
      <pc:sldChg chg="add">
        <pc:chgData name="Matthieu GRALL" userId="118c06a7-9453-4716-8b3c-62df6b2b424e" providerId="ADAL" clId="{9721145F-0FD9-4F5D-B8EC-79BA9F0227AA}" dt="2026-04-08T11:53:38.632" v="147"/>
        <pc:sldMkLst>
          <pc:docMk/>
          <pc:sldMk cId="1461939327" sldId="1236"/>
        </pc:sldMkLst>
      </pc:sldChg>
      <pc:sldChg chg="add">
        <pc:chgData name="Matthieu GRALL" userId="118c06a7-9453-4716-8b3c-62df6b2b424e" providerId="ADAL" clId="{9721145F-0FD9-4F5D-B8EC-79BA9F0227AA}" dt="2026-04-08T11:53:38.632" v="147"/>
        <pc:sldMkLst>
          <pc:docMk/>
          <pc:sldMk cId="717241688" sldId="1237"/>
        </pc:sldMkLst>
      </pc:sldChg>
      <pc:sldChg chg="add">
        <pc:chgData name="Matthieu GRALL" userId="118c06a7-9453-4716-8b3c-62df6b2b424e" providerId="ADAL" clId="{9721145F-0FD9-4F5D-B8EC-79BA9F0227AA}" dt="2026-04-08T11:53:38.632" v="147"/>
        <pc:sldMkLst>
          <pc:docMk/>
          <pc:sldMk cId="332686222" sldId="1238"/>
        </pc:sldMkLst>
      </pc:sldChg>
      <pc:sldChg chg="add">
        <pc:chgData name="Matthieu GRALL" userId="118c06a7-9453-4716-8b3c-62df6b2b424e" providerId="ADAL" clId="{9721145F-0FD9-4F5D-B8EC-79BA9F0227AA}" dt="2026-04-08T11:53:38.632" v="147"/>
        <pc:sldMkLst>
          <pc:docMk/>
          <pc:sldMk cId="4228008862" sldId="1239"/>
        </pc:sldMkLst>
      </pc:sldChg>
      <pc:sldChg chg="add">
        <pc:chgData name="Matthieu GRALL" userId="118c06a7-9453-4716-8b3c-62df6b2b424e" providerId="ADAL" clId="{9721145F-0FD9-4F5D-B8EC-79BA9F0227AA}" dt="2026-04-08T11:53:38.632" v="147"/>
        <pc:sldMkLst>
          <pc:docMk/>
          <pc:sldMk cId="3121453915" sldId="1240"/>
        </pc:sldMkLst>
      </pc:sldChg>
      <pc:sldChg chg="add">
        <pc:chgData name="Matthieu GRALL" userId="118c06a7-9453-4716-8b3c-62df6b2b424e" providerId="ADAL" clId="{9721145F-0FD9-4F5D-B8EC-79BA9F0227AA}" dt="2026-04-08T11:53:38.632" v="147"/>
        <pc:sldMkLst>
          <pc:docMk/>
          <pc:sldMk cId="2454260011" sldId="1241"/>
        </pc:sldMkLst>
      </pc:sldChg>
      <pc:sldChg chg="add">
        <pc:chgData name="Matthieu GRALL" userId="118c06a7-9453-4716-8b3c-62df6b2b424e" providerId="ADAL" clId="{9721145F-0FD9-4F5D-B8EC-79BA9F0227AA}" dt="2026-04-08T11:53:38.632" v="147"/>
        <pc:sldMkLst>
          <pc:docMk/>
          <pc:sldMk cId="4240601630" sldId="1242"/>
        </pc:sldMkLst>
      </pc:sldChg>
      <pc:sldChg chg="modSp add mod">
        <pc:chgData name="Matthieu GRALL" userId="118c06a7-9453-4716-8b3c-62df6b2b424e" providerId="ADAL" clId="{9721145F-0FD9-4F5D-B8EC-79BA9F0227AA}" dt="2026-04-08T11:58:49.723" v="258" actId="14100"/>
        <pc:sldMkLst>
          <pc:docMk/>
          <pc:sldMk cId="1399439005" sldId="1243"/>
        </pc:sldMkLst>
        <pc:spChg chg="mod">
          <ac:chgData name="Matthieu GRALL" userId="118c06a7-9453-4716-8b3c-62df6b2b424e" providerId="ADAL" clId="{9721145F-0FD9-4F5D-B8EC-79BA9F0227AA}" dt="2026-04-08T11:58:49.723" v="258" actId="14100"/>
          <ac:spMkLst>
            <pc:docMk/>
            <pc:sldMk cId="1399439005" sldId="1243"/>
            <ac:spMk id="8" creationId="{D2771142-5AEB-B34F-C095-AB58D4A0D3AE}"/>
          </ac:spMkLst>
        </pc:spChg>
      </pc:sldChg>
      <pc:sldChg chg="add">
        <pc:chgData name="Matthieu GRALL" userId="118c06a7-9453-4716-8b3c-62df6b2b424e" providerId="ADAL" clId="{9721145F-0FD9-4F5D-B8EC-79BA9F0227AA}" dt="2026-04-08T11:54:56.872" v="152"/>
        <pc:sldMkLst>
          <pc:docMk/>
          <pc:sldMk cId="2454024708" sldId="1244"/>
        </pc:sldMkLst>
      </pc:sldChg>
    </pc:docChg>
  </pc:docChgLst>
  <pc:docChgLst>
    <pc:chgData name="Matthieu GRALL" userId="118c06a7-9453-4716-8b3c-62df6b2b424e" providerId="ADAL" clId="{B9962845-B912-429B-B5D9-DD89CC9B8EE8}"/>
    <pc:docChg chg="undo custSel addSld modSld">
      <pc:chgData name="Matthieu GRALL" userId="118c06a7-9453-4716-8b3c-62df6b2b424e" providerId="ADAL" clId="{B9962845-B912-429B-B5D9-DD89CC9B8EE8}" dt="2026-04-16T14:23:14.905" v="767" actId="478"/>
      <pc:docMkLst>
        <pc:docMk/>
      </pc:docMkLst>
      <pc:sldChg chg="modSp mod">
        <pc:chgData name="Matthieu GRALL" userId="118c06a7-9453-4716-8b3c-62df6b2b424e" providerId="ADAL" clId="{B9962845-B912-429B-B5D9-DD89CC9B8EE8}" dt="2026-04-16T14:22:10.042" v="726" actId="20577"/>
        <pc:sldMkLst>
          <pc:docMk/>
          <pc:sldMk cId="1869716879" sldId="1227"/>
        </pc:sldMkLst>
        <pc:graphicFrameChg chg="modGraphic">
          <ac:chgData name="Matthieu GRALL" userId="118c06a7-9453-4716-8b3c-62df6b2b424e" providerId="ADAL" clId="{B9962845-B912-429B-B5D9-DD89CC9B8EE8}" dt="2026-04-16T14:22:10.042" v="726" actId="20577"/>
          <ac:graphicFrameMkLst>
            <pc:docMk/>
            <pc:sldMk cId="1869716879" sldId="1227"/>
            <ac:graphicFrameMk id="14" creationId="{4F3F4863-8D99-1CBD-040F-E490061F51E8}"/>
          </ac:graphicFrameMkLst>
        </pc:graphicFrameChg>
      </pc:sldChg>
      <pc:sldChg chg="addSp delSp modSp mod delAnim modAnim">
        <pc:chgData name="Matthieu GRALL" userId="118c06a7-9453-4716-8b3c-62df6b2b424e" providerId="ADAL" clId="{B9962845-B912-429B-B5D9-DD89CC9B8EE8}" dt="2026-04-16T14:20:50.121" v="616" actId="1037"/>
        <pc:sldMkLst>
          <pc:docMk/>
          <pc:sldMk cId="3621337106" sldId="1228"/>
        </pc:sldMkLst>
        <pc:spChg chg="add mod">
          <ac:chgData name="Matthieu GRALL" userId="118c06a7-9453-4716-8b3c-62df6b2b424e" providerId="ADAL" clId="{B9962845-B912-429B-B5D9-DD89CC9B8EE8}" dt="2026-04-16T14:20:50.121" v="616" actId="1037"/>
          <ac:spMkLst>
            <pc:docMk/>
            <pc:sldMk cId="3621337106" sldId="1228"/>
            <ac:spMk id="2" creationId="{42FE7A9C-B52E-31D3-CAF9-85796FC2BE83}"/>
          </ac:spMkLst>
        </pc:spChg>
        <pc:spChg chg="add mod">
          <ac:chgData name="Matthieu GRALL" userId="118c06a7-9453-4716-8b3c-62df6b2b424e" providerId="ADAL" clId="{B9962845-B912-429B-B5D9-DD89CC9B8EE8}" dt="2026-04-16T14:02:56.383" v="472"/>
          <ac:spMkLst>
            <pc:docMk/>
            <pc:sldMk cId="3621337106" sldId="1228"/>
            <ac:spMk id="3" creationId="{D57B76E3-57D5-D8DC-923E-9FBB9A3F52A6}"/>
          </ac:spMkLst>
        </pc:spChg>
        <pc:spChg chg="mod">
          <ac:chgData name="Matthieu GRALL" userId="118c06a7-9453-4716-8b3c-62df6b2b424e" providerId="ADAL" clId="{B9962845-B912-429B-B5D9-DD89CC9B8EE8}" dt="2026-04-16T14:01:38.288" v="452" actId="20577"/>
          <ac:spMkLst>
            <pc:docMk/>
            <pc:sldMk cId="3621337106" sldId="1228"/>
            <ac:spMk id="8" creationId="{FDCBA5CF-9135-8AFB-FFA5-E53FDFEAA0EA}"/>
          </ac:spMkLst>
        </pc:spChg>
        <pc:spChg chg="mod">
          <ac:chgData name="Matthieu GRALL" userId="118c06a7-9453-4716-8b3c-62df6b2b424e" providerId="ADAL" clId="{B9962845-B912-429B-B5D9-DD89CC9B8EE8}" dt="2026-03-18T14:37:01.097" v="2" actId="1076"/>
          <ac:spMkLst>
            <pc:docMk/>
            <pc:sldMk cId="3621337106" sldId="1228"/>
            <ac:spMk id="12" creationId="{5EECE835-577E-C874-F960-699106382372}"/>
          </ac:spMkLst>
        </pc:spChg>
        <pc:spChg chg="mod">
          <ac:chgData name="Matthieu GRALL" userId="118c06a7-9453-4716-8b3c-62df6b2b424e" providerId="ADAL" clId="{B9962845-B912-429B-B5D9-DD89CC9B8EE8}" dt="2026-04-16T14:05:00.932" v="499" actId="1076"/>
          <ac:spMkLst>
            <pc:docMk/>
            <pc:sldMk cId="3621337106" sldId="1228"/>
            <ac:spMk id="15" creationId="{A368BD34-1B4B-EAE8-810C-61D4429990D7}"/>
          </ac:spMkLst>
        </pc:spChg>
        <pc:spChg chg="mod">
          <ac:chgData name="Matthieu GRALL" userId="118c06a7-9453-4716-8b3c-62df6b2b424e" providerId="ADAL" clId="{B9962845-B912-429B-B5D9-DD89CC9B8EE8}" dt="2026-04-16T14:01:47.112" v="456" actId="20577"/>
          <ac:spMkLst>
            <pc:docMk/>
            <pc:sldMk cId="3621337106" sldId="1228"/>
            <ac:spMk id="29" creationId="{02FBEEF1-4774-7DA5-368C-8AD90F741595}"/>
          </ac:spMkLst>
        </pc:spChg>
        <pc:spChg chg="mod">
          <ac:chgData name="Matthieu GRALL" userId="118c06a7-9453-4716-8b3c-62df6b2b424e" providerId="ADAL" clId="{B9962845-B912-429B-B5D9-DD89CC9B8EE8}" dt="2026-04-16T14:01:30.221" v="448" actId="20577"/>
          <ac:spMkLst>
            <pc:docMk/>
            <pc:sldMk cId="3621337106" sldId="1228"/>
            <ac:spMk id="31" creationId="{F78BDF74-5C96-D477-F3FD-B60E6246BFDA}"/>
          </ac:spMkLst>
        </pc:spChg>
        <pc:spChg chg="mod">
          <ac:chgData name="Matthieu GRALL" userId="118c06a7-9453-4716-8b3c-62df6b2b424e" providerId="ADAL" clId="{B9962845-B912-429B-B5D9-DD89CC9B8EE8}" dt="2026-04-16T14:01:34.040" v="450" actId="20577"/>
          <ac:spMkLst>
            <pc:docMk/>
            <pc:sldMk cId="3621337106" sldId="1228"/>
            <ac:spMk id="32" creationId="{79542977-9761-C924-12FF-7608CC65C4EE}"/>
          </ac:spMkLst>
        </pc:spChg>
        <pc:spChg chg="mod">
          <ac:chgData name="Matthieu GRALL" userId="118c06a7-9453-4716-8b3c-62df6b2b424e" providerId="ADAL" clId="{B9962845-B912-429B-B5D9-DD89CC9B8EE8}" dt="2026-04-16T14:00:32.906" v="434" actId="20577"/>
          <ac:spMkLst>
            <pc:docMk/>
            <pc:sldMk cId="3621337106" sldId="1228"/>
            <ac:spMk id="37" creationId="{B0BF3258-F44D-3A39-CB6F-2CE49F58BB49}"/>
          </ac:spMkLst>
        </pc:spChg>
        <pc:spChg chg="mod">
          <ac:chgData name="Matthieu GRALL" userId="118c06a7-9453-4716-8b3c-62df6b2b424e" providerId="ADAL" clId="{B9962845-B912-429B-B5D9-DD89CC9B8EE8}" dt="2026-04-16T14:00:03.568" v="418" actId="20577"/>
          <ac:spMkLst>
            <pc:docMk/>
            <pc:sldMk cId="3621337106" sldId="1228"/>
            <ac:spMk id="38" creationId="{2835A60D-64A4-6B53-2975-7FA1E3770D9E}"/>
          </ac:spMkLst>
        </pc:spChg>
        <pc:spChg chg="mod">
          <ac:chgData name="Matthieu GRALL" userId="118c06a7-9453-4716-8b3c-62df6b2b424e" providerId="ADAL" clId="{B9962845-B912-429B-B5D9-DD89CC9B8EE8}" dt="2026-04-16T13:59:30.337" v="402" actId="6549"/>
          <ac:spMkLst>
            <pc:docMk/>
            <pc:sldMk cId="3621337106" sldId="1228"/>
            <ac:spMk id="40" creationId="{C6303923-876A-58D6-3E46-89C6278C70F8}"/>
          </ac:spMkLst>
        </pc:spChg>
        <pc:spChg chg="mod">
          <ac:chgData name="Matthieu GRALL" userId="118c06a7-9453-4716-8b3c-62df6b2b424e" providerId="ADAL" clId="{B9962845-B912-429B-B5D9-DD89CC9B8EE8}" dt="2026-04-16T13:59:44.030" v="408" actId="20577"/>
          <ac:spMkLst>
            <pc:docMk/>
            <pc:sldMk cId="3621337106" sldId="1228"/>
            <ac:spMk id="41" creationId="{A2E1DF42-BA8E-FCAE-21EA-16ADD03C97F2}"/>
          </ac:spMkLst>
        </pc:spChg>
        <pc:spChg chg="mod">
          <ac:chgData name="Matthieu GRALL" userId="118c06a7-9453-4716-8b3c-62df6b2b424e" providerId="ADAL" clId="{B9962845-B912-429B-B5D9-DD89CC9B8EE8}" dt="2026-04-16T13:59:47.789" v="410" actId="20577"/>
          <ac:spMkLst>
            <pc:docMk/>
            <pc:sldMk cId="3621337106" sldId="1228"/>
            <ac:spMk id="45" creationId="{AFB4C5D3-9360-FA6D-E42A-7294D9C4101F}"/>
          </ac:spMkLst>
        </pc:spChg>
        <pc:spChg chg="mod">
          <ac:chgData name="Matthieu GRALL" userId="118c06a7-9453-4716-8b3c-62df6b2b424e" providerId="ADAL" clId="{B9962845-B912-429B-B5D9-DD89CC9B8EE8}" dt="2026-04-16T14:01:50.681" v="458" actId="20577"/>
          <ac:spMkLst>
            <pc:docMk/>
            <pc:sldMk cId="3621337106" sldId="1228"/>
            <ac:spMk id="48" creationId="{2B81A90E-DD2C-C0B1-3CA1-A109A43DBBE4}"/>
          </ac:spMkLst>
        </pc:spChg>
        <pc:spChg chg="mod">
          <ac:chgData name="Matthieu GRALL" userId="118c06a7-9453-4716-8b3c-62df6b2b424e" providerId="ADAL" clId="{B9962845-B912-429B-B5D9-DD89CC9B8EE8}" dt="2026-04-16T14:00:29.463" v="432" actId="20577"/>
          <ac:spMkLst>
            <pc:docMk/>
            <pc:sldMk cId="3621337106" sldId="1228"/>
            <ac:spMk id="53" creationId="{CC13AA06-066B-F7DF-8F1B-B8D3781B2D01}"/>
          </ac:spMkLst>
        </pc:spChg>
        <pc:spChg chg="mod">
          <ac:chgData name="Matthieu GRALL" userId="118c06a7-9453-4716-8b3c-62df6b2b424e" providerId="ADAL" clId="{B9962845-B912-429B-B5D9-DD89CC9B8EE8}" dt="2026-04-16T14:01:06.806" v="438" actId="6549"/>
          <ac:spMkLst>
            <pc:docMk/>
            <pc:sldMk cId="3621337106" sldId="1228"/>
            <ac:spMk id="54" creationId="{2C00EEFA-C0F8-0438-BCFF-BBAE46625F91}"/>
          </ac:spMkLst>
        </pc:spChg>
        <pc:spChg chg="mod">
          <ac:chgData name="Matthieu GRALL" userId="118c06a7-9453-4716-8b3c-62df6b2b424e" providerId="ADAL" clId="{B9962845-B912-429B-B5D9-DD89CC9B8EE8}" dt="2026-04-16T14:00:22.320" v="430" actId="20577"/>
          <ac:spMkLst>
            <pc:docMk/>
            <pc:sldMk cId="3621337106" sldId="1228"/>
            <ac:spMk id="56" creationId="{07EF7147-E06C-4488-DE28-BAF52E53823E}"/>
          </ac:spMkLst>
        </pc:spChg>
        <pc:spChg chg="mod">
          <ac:chgData name="Matthieu GRALL" userId="118c06a7-9453-4716-8b3c-62df6b2b424e" providerId="ADAL" clId="{B9962845-B912-429B-B5D9-DD89CC9B8EE8}" dt="2026-04-16T14:00:17.916" v="428" actId="20577"/>
          <ac:spMkLst>
            <pc:docMk/>
            <pc:sldMk cId="3621337106" sldId="1228"/>
            <ac:spMk id="57" creationId="{7E855D61-8916-C01D-8CB4-FEF2432123EE}"/>
          </ac:spMkLst>
        </pc:spChg>
        <pc:spChg chg="mod">
          <ac:chgData name="Matthieu GRALL" userId="118c06a7-9453-4716-8b3c-62df6b2b424e" providerId="ADAL" clId="{B9962845-B912-429B-B5D9-DD89CC9B8EE8}" dt="2026-04-16T13:59:59.727" v="416" actId="20577"/>
          <ac:spMkLst>
            <pc:docMk/>
            <pc:sldMk cId="3621337106" sldId="1228"/>
            <ac:spMk id="63" creationId="{5EDA5A76-ED10-5541-6E1A-4A2C79D900A7}"/>
          </ac:spMkLst>
        </pc:spChg>
        <pc:spChg chg="mod">
          <ac:chgData name="Matthieu GRALL" userId="118c06a7-9453-4716-8b3c-62df6b2b424e" providerId="ADAL" clId="{B9962845-B912-429B-B5D9-DD89CC9B8EE8}" dt="2026-04-16T14:01:14.485" v="440" actId="20577"/>
          <ac:spMkLst>
            <pc:docMk/>
            <pc:sldMk cId="3621337106" sldId="1228"/>
            <ac:spMk id="67" creationId="{24C53A5C-71C3-3FB9-7C07-9C23FC81F7B1}"/>
          </ac:spMkLst>
        </pc:spChg>
        <pc:spChg chg="mod">
          <ac:chgData name="Matthieu GRALL" userId="118c06a7-9453-4716-8b3c-62df6b2b424e" providerId="ADAL" clId="{B9962845-B912-429B-B5D9-DD89CC9B8EE8}" dt="2026-04-16T14:01:19.118" v="442" actId="20577"/>
          <ac:spMkLst>
            <pc:docMk/>
            <pc:sldMk cId="3621337106" sldId="1228"/>
            <ac:spMk id="70" creationId="{33D27784-31F9-C5A2-F3BC-8921F53C80EF}"/>
          </ac:spMkLst>
        </pc:spChg>
        <pc:spChg chg="mod">
          <ac:chgData name="Matthieu GRALL" userId="118c06a7-9453-4716-8b3c-62df6b2b424e" providerId="ADAL" clId="{B9962845-B912-429B-B5D9-DD89CC9B8EE8}" dt="2026-04-16T13:59:19.181" v="396" actId="20577"/>
          <ac:spMkLst>
            <pc:docMk/>
            <pc:sldMk cId="3621337106" sldId="1228"/>
            <ac:spMk id="72" creationId="{E26F16E4-A7D8-0795-554E-9209F367D0EF}"/>
          </ac:spMkLst>
        </pc:spChg>
        <pc:spChg chg="mod">
          <ac:chgData name="Matthieu GRALL" userId="118c06a7-9453-4716-8b3c-62df6b2b424e" providerId="ADAL" clId="{B9962845-B912-429B-B5D9-DD89CC9B8EE8}" dt="2026-04-16T13:59:23.922" v="398" actId="20577"/>
          <ac:spMkLst>
            <pc:docMk/>
            <pc:sldMk cId="3621337106" sldId="1228"/>
            <ac:spMk id="74" creationId="{9C203430-713B-F930-FD96-EA4B7EFBCD75}"/>
          </ac:spMkLst>
        </pc:spChg>
        <pc:spChg chg="mod">
          <ac:chgData name="Matthieu GRALL" userId="118c06a7-9453-4716-8b3c-62df6b2b424e" providerId="ADAL" clId="{B9962845-B912-429B-B5D9-DD89CC9B8EE8}" dt="2026-04-16T13:59:14.056" v="394" actId="20577"/>
          <ac:spMkLst>
            <pc:docMk/>
            <pc:sldMk cId="3621337106" sldId="1228"/>
            <ac:spMk id="75" creationId="{E5D9BFD9-7604-12EB-E2DB-CF4DAA73FFD9}"/>
          </ac:spMkLst>
        </pc:spChg>
        <pc:spChg chg="mod">
          <ac:chgData name="Matthieu GRALL" userId="118c06a7-9453-4716-8b3c-62df6b2b424e" providerId="ADAL" clId="{B9962845-B912-429B-B5D9-DD89CC9B8EE8}" dt="2026-04-16T13:58:10.446" v="392" actId="1036"/>
          <ac:spMkLst>
            <pc:docMk/>
            <pc:sldMk cId="3621337106" sldId="1228"/>
            <ac:spMk id="77" creationId="{C1E30CF1-BB67-EABA-98FD-BF40C728ECAD}"/>
          </ac:spMkLst>
        </pc:spChg>
        <pc:spChg chg="mod">
          <ac:chgData name="Matthieu GRALL" userId="118c06a7-9453-4716-8b3c-62df6b2b424e" providerId="ADAL" clId="{B9962845-B912-429B-B5D9-DD89CC9B8EE8}" dt="2026-04-16T13:59:51.719" v="412" actId="20577"/>
          <ac:spMkLst>
            <pc:docMk/>
            <pc:sldMk cId="3621337106" sldId="1228"/>
            <ac:spMk id="78" creationId="{67AC9ACD-DB2E-962D-A58D-E13163962F00}"/>
          </ac:spMkLst>
        </pc:spChg>
        <pc:spChg chg="mod">
          <ac:chgData name="Matthieu GRALL" userId="118c06a7-9453-4716-8b3c-62df6b2b424e" providerId="ADAL" clId="{B9962845-B912-429B-B5D9-DD89CC9B8EE8}" dt="2026-04-16T14:01:22.586" v="444" actId="20577"/>
          <ac:spMkLst>
            <pc:docMk/>
            <pc:sldMk cId="3621337106" sldId="1228"/>
            <ac:spMk id="87" creationId="{1D28389F-7F3D-DE0C-648C-0EC1E207939C}"/>
          </ac:spMkLst>
        </pc:spChg>
        <pc:spChg chg="mod">
          <ac:chgData name="Matthieu GRALL" userId="118c06a7-9453-4716-8b3c-62df6b2b424e" providerId="ADAL" clId="{B9962845-B912-429B-B5D9-DD89CC9B8EE8}" dt="2026-04-16T14:20:44.680" v="606" actId="1037"/>
          <ac:spMkLst>
            <pc:docMk/>
            <pc:sldMk cId="3621337106" sldId="1228"/>
            <ac:spMk id="89" creationId="{92E110DE-EEB7-3FC5-D2FD-8FD5496646C2}"/>
          </ac:spMkLst>
        </pc:spChg>
        <pc:spChg chg="mod">
          <ac:chgData name="Matthieu GRALL" userId="118c06a7-9453-4716-8b3c-62df6b2b424e" providerId="ADAL" clId="{B9962845-B912-429B-B5D9-DD89CC9B8EE8}" dt="2026-04-16T14:20:44.680" v="606" actId="1037"/>
          <ac:spMkLst>
            <pc:docMk/>
            <pc:sldMk cId="3621337106" sldId="1228"/>
            <ac:spMk id="91" creationId="{B8976E8D-2C4C-0912-41BE-0214ABBAA590}"/>
          </ac:spMkLst>
        </pc:spChg>
        <pc:spChg chg="mod">
          <ac:chgData name="Matthieu GRALL" userId="118c06a7-9453-4716-8b3c-62df6b2b424e" providerId="ADAL" clId="{B9962845-B912-429B-B5D9-DD89CC9B8EE8}" dt="2026-04-16T14:01:55.554" v="460" actId="20577"/>
          <ac:spMkLst>
            <pc:docMk/>
            <pc:sldMk cId="3621337106" sldId="1228"/>
            <ac:spMk id="93" creationId="{01396D4B-1CC8-0A2C-C3E8-A00D5C321729}"/>
          </ac:spMkLst>
        </pc:spChg>
        <pc:spChg chg="mod">
          <ac:chgData name="Matthieu GRALL" userId="118c06a7-9453-4716-8b3c-62df6b2b424e" providerId="ADAL" clId="{B9962845-B912-429B-B5D9-DD89CC9B8EE8}" dt="2026-04-16T14:01:59.165" v="462" actId="6549"/>
          <ac:spMkLst>
            <pc:docMk/>
            <pc:sldMk cId="3621337106" sldId="1228"/>
            <ac:spMk id="94" creationId="{9BE0B659-DAB8-9C26-6112-C30AFDAD4018}"/>
          </ac:spMkLst>
        </pc:spChg>
        <pc:spChg chg="mod">
          <ac:chgData name="Matthieu GRALL" userId="118c06a7-9453-4716-8b3c-62df6b2b424e" providerId="ADAL" clId="{B9962845-B912-429B-B5D9-DD89CC9B8EE8}" dt="2026-04-16T14:02:07.024" v="468" actId="20577"/>
          <ac:spMkLst>
            <pc:docMk/>
            <pc:sldMk cId="3621337106" sldId="1228"/>
            <ac:spMk id="95" creationId="{7D27B634-E407-7CB0-7F13-D4F868191971}"/>
          </ac:spMkLst>
        </pc:spChg>
        <pc:spChg chg="mod">
          <ac:chgData name="Matthieu GRALL" userId="118c06a7-9453-4716-8b3c-62df6b2b424e" providerId="ADAL" clId="{B9962845-B912-429B-B5D9-DD89CC9B8EE8}" dt="2026-04-16T14:07:29.524" v="586" actId="6549"/>
          <ac:spMkLst>
            <pc:docMk/>
            <pc:sldMk cId="3621337106" sldId="1228"/>
            <ac:spMk id="96" creationId="{7FF88749-DC05-6970-9341-5DE4A4772457}"/>
          </ac:spMkLst>
        </pc:spChg>
        <pc:spChg chg="mod">
          <ac:chgData name="Matthieu GRALL" userId="118c06a7-9453-4716-8b3c-62df6b2b424e" providerId="ADAL" clId="{B9962845-B912-429B-B5D9-DD89CC9B8EE8}" dt="2026-04-16T13:59:56.099" v="414" actId="6549"/>
          <ac:spMkLst>
            <pc:docMk/>
            <pc:sldMk cId="3621337106" sldId="1228"/>
            <ac:spMk id="111" creationId="{D8DE2F84-CC48-6057-2592-2867DB9BD585}"/>
          </ac:spMkLst>
        </pc:spChg>
        <pc:spChg chg="mod">
          <ac:chgData name="Matthieu GRALL" userId="118c06a7-9453-4716-8b3c-62df6b2b424e" providerId="ADAL" clId="{B9962845-B912-429B-B5D9-DD89CC9B8EE8}" dt="2026-04-16T13:59:35.315" v="404" actId="20577"/>
          <ac:spMkLst>
            <pc:docMk/>
            <pc:sldMk cId="3621337106" sldId="1228"/>
            <ac:spMk id="112" creationId="{90B4A82A-75A9-5E83-8254-0F077E3C38C8}"/>
          </ac:spMkLst>
        </pc:spChg>
        <pc:spChg chg="mod">
          <ac:chgData name="Matthieu GRALL" userId="118c06a7-9453-4716-8b3c-62df6b2b424e" providerId="ADAL" clId="{B9962845-B912-429B-B5D9-DD89CC9B8EE8}" dt="2026-04-16T13:59:40.399" v="406" actId="20577"/>
          <ac:spMkLst>
            <pc:docMk/>
            <pc:sldMk cId="3621337106" sldId="1228"/>
            <ac:spMk id="114" creationId="{2A4FE1DF-B8DE-E125-F1F6-821FACA93030}"/>
          </ac:spMkLst>
        </pc:spChg>
        <pc:spChg chg="mod">
          <ac:chgData name="Matthieu GRALL" userId="118c06a7-9453-4716-8b3c-62df6b2b424e" providerId="ADAL" clId="{B9962845-B912-429B-B5D9-DD89CC9B8EE8}" dt="2026-04-16T14:00:06.930" v="420" actId="20577"/>
          <ac:spMkLst>
            <pc:docMk/>
            <pc:sldMk cId="3621337106" sldId="1228"/>
            <ac:spMk id="116" creationId="{175616C8-1043-6D4B-575A-133BD83D0E43}"/>
          </ac:spMkLst>
        </pc:spChg>
        <pc:spChg chg="add mod">
          <ac:chgData name="Matthieu GRALL" userId="118c06a7-9453-4716-8b3c-62df6b2b424e" providerId="ADAL" clId="{B9962845-B912-429B-B5D9-DD89CC9B8EE8}" dt="2026-04-16T14:20:50.121" v="616" actId="1037"/>
          <ac:spMkLst>
            <pc:docMk/>
            <pc:sldMk cId="3621337106" sldId="1228"/>
            <ac:spMk id="126" creationId="{1F3B30B1-CC30-0AB7-88AD-0186BE04C2D3}"/>
          </ac:spMkLst>
        </pc:spChg>
        <pc:picChg chg="add mod">
          <ac:chgData name="Matthieu GRALL" userId="118c06a7-9453-4716-8b3c-62df6b2b424e" providerId="ADAL" clId="{B9962845-B912-429B-B5D9-DD89CC9B8EE8}" dt="2026-03-18T16:45:54.047" v="311" actId="1037"/>
          <ac:picMkLst>
            <pc:docMk/>
            <pc:sldMk cId="3621337106" sldId="1228"/>
            <ac:picMk id="10" creationId="{9D7B2FD0-E64D-6FD2-E845-B0F68A3FC51F}"/>
          </ac:picMkLst>
        </pc:picChg>
        <pc:cxnChg chg="add mod">
          <ac:chgData name="Matthieu GRALL" userId="118c06a7-9453-4716-8b3c-62df6b2b424e" providerId="ADAL" clId="{B9962845-B912-429B-B5D9-DD89CC9B8EE8}" dt="2026-04-16T14:20:50.121" v="616" actId="1037"/>
          <ac:cxnSpMkLst>
            <pc:docMk/>
            <pc:sldMk cId="3621337106" sldId="1228"/>
            <ac:cxnSpMk id="4" creationId="{3A8D5FAD-00C0-5940-39CB-106A863E0B3B}"/>
          </ac:cxnSpMkLst>
        </pc:cxnChg>
        <pc:cxnChg chg="mod">
          <ac:chgData name="Matthieu GRALL" userId="118c06a7-9453-4716-8b3c-62df6b2b424e" providerId="ADAL" clId="{B9962845-B912-429B-B5D9-DD89CC9B8EE8}" dt="2026-04-16T14:20:44.680" v="606" actId="1037"/>
          <ac:cxnSpMkLst>
            <pc:docMk/>
            <pc:sldMk cId="3621337106" sldId="1228"/>
            <ac:cxnSpMk id="90" creationId="{58440D44-860F-889E-FD6B-E530F3BEC9CD}"/>
          </ac:cxnSpMkLst>
        </pc:cxnChg>
        <pc:cxnChg chg="mod">
          <ac:chgData name="Matthieu GRALL" userId="118c06a7-9453-4716-8b3c-62df6b2b424e" providerId="ADAL" clId="{B9962845-B912-429B-B5D9-DD89CC9B8EE8}" dt="2026-04-16T14:20:44.680" v="606" actId="1037"/>
          <ac:cxnSpMkLst>
            <pc:docMk/>
            <pc:sldMk cId="3621337106" sldId="1228"/>
            <ac:cxnSpMk id="92" creationId="{006AFDB6-DB35-6161-9430-232E543B7197}"/>
          </ac:cxnSpMkLst>
        </pc:cxnChg>
        <pc:cxnChg chg="mod">
          <ac:chgData name="Matthieu GRALL" userId="118c06a7-9453-4716-8b3c-62df6b2b424e" providerId="ADAL" clId="{B9962845-B912-429B-B5D9-DD89CC9B8EE8}" dt="2026-04-16T13:58:10.446" v="392" actId="1036"/>
          <ac:cxnSpMkLst>
            <pc:docMk/>
            <pc:sldMk cId="3621337106" sldId="1228"/>
            <ac:cxnSpMk id="106" creationId="{ACEB0856-B54A-9003-F1B0-09962B5F4B1D}"/>
          </ac:cxnSpMkLst>
        </pc:cxnChg>
        <pc:cxnChg chg="mod">
          <ac:chgData name="Matthieu GRALL" userId="118c06a7-9453-4716-8b3c-62df6b2b424e" providerId="ADAL" clId="{B9962845-B912-429B-B5D9-DD89CC9B8EE8}" dt="2026-04-16T14:07:29.524" v="586" actId="6549"/>
          <ac:cxnSpMkLst>
            <pc:docMk/>
            <pc:sldMk cId="3621337106" sldId="1228"/>
            <ac:cxnSpMk id="109" creationId="{103ACB49-5781-35FE-5BB1-6D8334E4067F}"/>
          </ac:cxnSpMkLst>
        </pc:cxnChg>
        <pc:cxnChg chg="del mod">
          <ac:chgData name="Matthieu GRALL" userId="118c06a7-9453-4716-8b3c-62df6b2b424e" providerId="ADAL" clId="{B9962845-B912-429B-B5D9-DD89CC9B8EE8}" dt="2026-04-16T14:04:00.024" v="485" actId="478"/>
          <ac:cxnSpMkLst>
            <pc:docMk/>
            <pc:sldMk cId="3621337106" sldId="1228"/>
            <ac:cxnSpMk id="121" creationId="{F00BFE70-0E51-1D61-100F-228BC077C38B}"/>
          </ac:cxnSpMkLst>
        </pc:cxnChg>
        <pc:cxnChg chg="add mod">
          <ac:chgData name="Matthieu GRALL" userId="118c06a7-9453-4716-8b3c-62df6b2b424e" providerId="ADAL" clId="{B9962845-B912-429B-B5D9-DD89CC9B8EE8}" dt="2026-04-16T14:20:44.680" v="606" actId="1037"/>
          <ac:cxnSpMkLst>
            <pc:docMk/>
            <pc:sldMk cId="3621337106" sldId="1228"/>
            <ac:cxnSpMk id="123" creationId="{C32B2D85-D7D5-AC25-8D55-A06D137314A3}"/>
          </ac:cxnSpMkLst>
        </pc:cxnChg>
        <pc:cxnChg chg="add mod">
          <ac:chgData name="Matthieu GRALL" userId="118c06a7-9453-4716-8b3c-62df6b2b424e" providerId="ADAL" clId="{B9962845-B912-429B-B5D9-DD89CC9B8EE8}" dt="2026-04-16T14:20:50.121" v="616" actId="1037"/>
          <ac:cxnSpMkLst>
            <pc:docMk/>
            <pc:sldMk cId="3621337106" sldId="1228"/>
            <ac:cxnSpMk id="133" creationId="{8F6931D4-134F-08EE-02E9-6644A4ADF78E}"/>
          </ac:cxnSpMkLst>
        </pc:cxnChg>
      </pc:sldChg>
      <pc:sldChg chg="addSp delSp modSp add mod">
        <pc:chgData name="Matthieu GRALL" userId="118c06a7-9453-4716-8b3c-62df6b2b424e" providerId="ADAL" clId="{B9962845-B912-429B-B5D9-DD89CC9B8EE8}" dt="2026-04-16T14:23:14.905" v="767" actId="478"/>
        <pc:sldMkLst>
          <pc:docMk/>
          <pc:sldMk cId="1570112014" sldId="1245"/>
        </pc:sldMkLst>
        <pc:spChg chg="mod">
          <ac:chgData name="Matthieu GRALL" userId="118c06a7-9453-4716-8b3c-62df6b2b424e" providerId="ADAL" clId="{B9962845-B912-429B-B5D9-DD89CC9B8EE8}" dt="2026-04-16T14:22:55.588" v="751" actId="20577"/>
          <ac:spMkLst>
            <pc:docMk/>
            <pc:sldMk cId="1570112014" sldId="1245"/>
            <ac:spMk id="2" creationId="{F9CE99B6-9218-9863-2D02-46778F3B07B3}"/>
          </ac:spMkLst>
        </pc:spChg>
        <pc:spChg chg="mod">
          <ac:chgData name="Matthieu GRALL" userId="118c06a7-9453-4716-8b3c-62df6b2b424e" providerId="ADAL" clId="{B9962845-B912-429B-B5D9-DD89CC9B8EE8}" dt="2026-04-16T14:23:08.570" v="765" actId="27636"/>
          <ac:spMkLst>
            <pc:docMk/>
            <pc:sldMk cId="1570112014" sldId="1245"/>
            <ac:spMk id="3" creationId="{9DB01429-C160-7E59-43A1-B0DF10D16894}"/>
          </ac:spMkLst>
        </pc:spChg>
        <pc:spChg chg="del">
          <ac:chgData name="Matthieu GRALL" userId="118c06a7-9453-4716-8b3c-62df6b2b424e" providerId="ADAL" clId="{B9962845-B912-429B-B5D9-DD89CC9B8EE8}" dt="2026-04-16T14:23:13.011" v="766" actId="478"/>
          <ac:spMkLst>
            <pc:docMk/>
            <pc:sldMk cId="1570112014" sldId="1245"/>
            <ac:spMk id="7" creationId="{247018E8-5AF5-5BD7-42EB-6FD878E55809}"/>
          </ac:spMkLst>
        </pc:spChg>
        <pc:spChg chg="mod">
          <ac:chgData name="Matthieu GRALL" userId="118c06a7-9453-4716-8b3c-62df6b2b424e" providerId="ADAL" clId="{B9962845-B912-429B-B5D9-DD89CC9B8EE8}" dt="2026-04-16T14:23:03.649" v="763" actId="6549"/>
          <ac:spMkLst>
            <pc:docMk/>
            <pc:sldMk cId="1570112014" sldId="1245"/>
            <ac:spMk id="9" creationId="{EF336A9C-2D48-AF4B-A33A-FEBA2B99A838}"/>
          </ac:spMkLst>
        </pc:spChg>
        <pc:spChg chg="add mod">
          <ac:chgData name="Matthieu GRALL" userId="118c06a7-9453-4716-8b3c-62df6b2b424e" providerId="ADAL" clId="{B9962845-B912-429B-B5D9-DD89CC9B8EE8}" dt="2026-04-16T14:23:14.905" v="767" actId="478"/>
          <ac:spMkLst>
            <pc:docMk/>
            <pc:sldMk cId="1570112014" sldId="1245"/>
            <ac:spMk id="11" creationId="{B2014481-05A9-B440-A77A-E8205CAC38A5}"/>
          </ac:spMkLst>
        </pc:spChg>
        <pc:graphicFrameChg chg="del">
          <ac:chgData name="Matthieu GRALL" userId="118c06a7-9453-4716-8b3c-62df6b2b424e" providerId="ADAL" clId="{B9962845-B912-429B-B5D9-DD89CC9B8EE8}" dt="2026-04-16T14:23:14.905" v="767" actId="478"/>
          <ac:graphicFrameMkLst>
            <pc:docMk/>
            <pc:sldMk cId="1570112014" sldId="1245"/>
            <ac:graphicFrameMk id="5" creationId="{BD29E090-A0C3-1CB0-59C6-9D900F299E26}"/>
          </ac:graphicFrameMkLst>
        </pc:graphicFrameChg>
      </pc:sldChg>
    </pc:docChg>
  </pc:docChgLst>
</pc:chgInfo>
</file>

<file path=ppt/diagrams/_rels/data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 Id="rId4" Type="http://schemas.openxmlformats.org/officeDocument/2006/relationships/image" Target="../media/image12.svg"/></Relationships>
</file>

<file path=ppt/diagrams/_rels/data5.xml.rels><?xml version="1.0" encoding="UTF-8" standalone="yes"?>
<Relationships xmlns="http://schemas.openxmlformats.org/package/2006/relationships"><Relationship Id="rId8" Type="http://schemas.openxmlformats.org/officeDocument/2006/relationships/image" Target="../media/image20.jpg"/><Relationship Id="rId3" Type="http://schemas.openxmlformats.org/officeDocument/2006/relationships/image" Target="../media/image15.jpg"/><Relationship Id="rId7" Type="http://schemas.openxmlformats.org/officeDocument/2006/relationships/image" Target="../media/image19.jpeg"/><Relationship Id="rId2" Type="http://schemas.openxmlformats.org/officeDocument/2006/relationships/image" Target="../media/image14.jpg"/><Relationship Id="rId1" Type="http://schemas.openxmlformats.org/officeDocument/2006/relationships/image" Target="../media/image13.jpg"/><Relationship Id="rId6" Type="http://schemas.openxmlformats.org/officeDocument/2006/relationships/image" Target="../media/image18.jpeg"/><Relationship Id="rId5" Type="http://schemas.openxmlformats.org/officeDocument/2006/relationships/image" Target="../media/image17.jpeg"/><Relationship Id="rId10" Type="http://schemas.openxmlformats.org/officeDocument/2006/relationships/image" Target="../media/image22.jpg"/><Relationship Id="rId4" Type="http://schemas.openxmlformats.org/officeDocument/2006/relationships/image" Target="../media/image16.jpg"/><Relationship Id="rId9" Type="http://schemas.openxmlformats.org/officeDocument/2006/relationships/image" Target="../media/image21.jpg"/></Relationships>
</file>

<file path=ppt/diagrams/_rels/data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image" Target="../media/image23.svg"/><Relationship Id="rId5" Type="http://schemas.openxmlformats.org/officeDocument/2006/relationships/image" Target="../media/image27.svg"/><Relationship Id="rId4" Type="http://schemas.openxmlformats.org/officeDocument/2006/relationships/image" Target="../media/image2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 Id="rId4" Type="http://schemas.openxmlformats.org/officeDocument/2006/relationships/image" Target="../media/image12.svg"/></Relationships>
</file>

<file path=ppt/diagrams/_rels/drawing5.xml.rels><?xml version="1.0" encoding="UTF-8" standalone="yes"?>
<Relationships xmlns="http://schemas.openxmlformats.org/package/2006/relationships"><Relationship Id="rId8" Type="http://schemas.openxmlformats.org/officeDocument/2006/relationships/image" Target="../media/image20.jpg"/><Relationship Id="rId3" Type="http://schemas.openxmlformats.org/officeDocument/2006/relationships/image" Target="../media/image15.jpg"/><Relationship Id="rId7" Type="http://schemas.openxmlformats.org/officeDocument/2006/relationships/image" Target="../media/image19.jpeg"/><Relationship Id="rId2" Type="http://schemas.openxmlformats.org/officeDocument/2006/relationships/image" Target="../media/image14.jpg"/><Relationship Id="rId1" Type="http://schemas.openxmlformats.org/officeDocument/2006/relationships/image" Target="../media/image13.jpg"/><Relationship Id="rId6" Type="http://schemas.openxmlformats.org/officeDocument/2006/relationships/image" Target="../media/image18.jpeg"/><Relationship Id="rId5" Type="http://schemas.openxmlformats.org/officeDocument/2006/relationships/image" Target="../media/image17.jpeg"/><Relationship Id="rId10" Type="http://schemas.openxmlformats.org/officeDocument/2006/relationships/image" Target="../media/image22.jpg"/><Relationship Id="rId4" Type="http://schemas.openxmlformats.org/officeDocument/2006/relationships/image" Target="../media/image16.jpg"/><Relationship Id="rId9" Type="http://schemas.openxmlformats.org/officeDocument/2006/relationships/image" Target="../media/image21.jpg"/></Relationships>
</file>

<file path=ppt/diagrams/_rels/drawing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image" Target="../media/image23.svg"/><Relationship Id="rId5" Type="http://schemas.openxmlformats.org/officeDocument/2006/relationships/image" Target="../media/image27.svg"/><Relationship Id="rId4" Type="http://schemas.openxmlformats.org/officeDocument/2006/relationships/image" Target="../media/image26.sv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05808F-43DC-4D74-A197-1895EE707450}" type="doc">
      <dgm:prSet loTypeId="urn:microsoft.com/office/officeart/2005/8/layout/funnel1" loCatId="relationship" qsTypeId="urn:microsoft.com/office/officeart/2005/8/quickstyle/simple1" qsCatId="simple" csTypeId="urn:microsoft.com/office/officeart/2005/8/colors/colorful3" csCatId="colorful" phldr="1"/>
      <dgm:spPr/>
      <dgm:t>
        <a:bodyPr/>
        <a:lstStyle/>
        <a:p>
          <a:endParaRPr lang="fr-FR"/>
        </a:p>
      </dgm:t>
    </dgm:pt>
    <dgm:pt modelId="{DECEE686-B33B-4C6C-93B6-732C8963D1DF}">
      <dgm:prSet phldrT="[Texte]" phldr="0"/>
      <dgm:spPr/>
      <dgm:t>
        <a:bodyPr/>
        <a:lstStyle/>
        <a:p>
          <a:r>
            <a:rPr lang="fr-FR" dirty="0"/>
            <a:t>Règlement IA</a:t>
          </a:r>
        </a:p>
      </dgm:t>
    </dgm:pt>
    <dgm:pt modelId="{E6352A4B-36F1-4991-8A05-D2639BE7A430}" type="parTrans" cxnId="{912EB214-FDAB-448E-A623-8FDEBC4497C0}">
      <dgm:prSet/>
      <dgm:spPr/>
      <dgm:t>
        <a:bodyPr/>
        <a:lstStyle/>
        <a:p>
          <a:endParaRPr lang="fr-FR"/>
        </a:p>
      </dgm:t>
    </dgm:pt>
    <dgm:pt modelId="{C338EC82-06B4-4A8D-9C16-E55C347B125C}" type="sibTrans" cxnId="{912EB214-FDAB-448E-A623-8FDEBC4497C0}">
      <dgm:prSet/>
      <dgm:spPr/>
      <dgm:t>
        <a:bodyPr/>
        <a:lstStyle/>
        <a:p>
          <a:endParaRPr lang="fr-FR"/>
        </a:p>
      </dgm:t>
    </dgm:pt>
    <dgm:pt modelId="{BA78AFE1-F275-4B9D-96AA-964586BB5AF4}">
      <dgm:prSet phldrT="[Texte]" phldr="0"/>
      <dgm:spPr/>
      <dgm:t>
        <a:bodyPr/>
        <a:lstStyle/>
        <a:p>
          <a:r>
            <a:rPr lang="fr-FR" dirty="0"/>
            <a:t>Normes ISO</a:t>
          </a:r>
        </a:p>
      </dgm:t>
    </dgm:pt>
    <dgm:pt modelId="{6C6DF7A4-60A6-478E-A52F-F998872ABD7F}" type="parTrans" cxnId="{8EB055A1-F2F9-44C0-80D3-0C4B6E31CAFC}">
      <dgm:prSet/>
      <dgm:spPr/>
      <dgm:t>
        <a:bodyPr/>
        <a:lstStyle/>
        <a:p>
          <a:endParaRPr lang="fr-FR"/>
        </a:p>
      </dgm:t>
    </dgm:pt>
    <dgm:pt modelId="{B0E225E7-25DA-48FB-B782-B7C6D5C1C0B8}" type="sibTrans" cxnId="{8EB055A1-F2F9-44C0-80D3-0C4B6E31CAFC}">
      <dgm:prSet/>
      <dgm:spPr/>
      <dgm:t>
        <a:bodyPr/>
        <a:lstStyle/>
        <a:p>
          <a:endParaRPr lang="fr-FR"/>
        </a:p>
      </dgm:t>
    </dgm:pt>
    <dgm:pt modelId="{8C128E2D-70B3-472C-B07D-971304914780}">
      <dgm:prSet phldrT="[Texte]" phldr="0"/>
      <dgm:spPr/>
      <dgm:t>
        <a:bodyPr/>
        <a:lstStyle/>
        <a:p>
          <a:r>
            <a:rPr lang="fr-FR" dirty="0"/>
            <a:t>Référentiels nationaux (ANSSI, CNIL)</a:t>
          </a:r>
        </a:p>
      </dgm:t>
    </dgm:pt>
    <dgm:pt modelId="{45456FE3-D840-4523-9058-AA3BB341F6D0}" type="parTrans" cxnId="{515FBE1D-6601-4F2D-92BF-9DFE5F1F780E}">
      <dgm:prSet/>
      <dgm:spPr/>
      <dgm:t>
        <a:bodyPr/>
        <a:lstStyle/>
        <a:p>
          <a:endParaRPr lang="fr-FR"/>
        </a:p>
      </dgm:t>
    </dgm:pt>
    <dgm:pt modelId="{1362B371-13EB-421D-BD45-2DAF17CEB284}" type="sibTrans" cxnId="{515FBE1D-6601-4F2D-92BF-9DFE5F1F780E}">
      <dgm:prSet/>
      <dgm:spPr/>
      <dgm:t>
        <a:bodyPr/>
        <a:lstStyle/>
        <a:p>
          <a:endParaRPr lang="fr-FR"/>
        </a:p>
      </dgm:t>
    </dgm:pt>
    <dgm:pt modelId="{E8AA030E-F45D-4CD3-A0A9-C18EF74FF3E3}">
      <dgm:prSet phldrT="[Texte]" phldr="0"/>
      <dgm:spPr/>
      <dgm:t>
        <a:bodyPr/>
        <a:lstStyle/>
        <a:p>
          <a:r>
            <a:rPr lang="fr-FR" dirty="0"/>
            <a:t>Que doit-on appliquer ?</a:t>
          </a:r>
        </a:p>
      </dgm:t>
    </dgm:pt>
    <dgm:pt modelId="{B735B06B-872F-4AAA-A470-4BED13011FC8}" type="parTrans" cxnId="{213E48BC-1E76-4171-9E83-F6F09B063925}">
      <dgm:prSet/>
      <dgm:spPr/>
      <dgm:t>
        <a:bodyPr/>
        <a:lstStyle/>
        <a:p>
          <a:endParaRPr lang="fr-FR"/>
        </a:p>
      </dgm:t>
    </dgm:pt>
    <dgm:pt modelId="{515AD9C1-A0ED-4519-B2E7-52744B19E00B}" type="sibTrans" cxnId="{213E48BC-1E76-4171-9E83-F6F09B063925}">
      <dgm:prSet/>
      <dgm:spPr/>
      <dgm:t>
        <a:bodyPr/>
        <a:lstStyle/>
        <a:p>
          <a:endParaRPr lang="fr-FR"/>
        </a:p>
      </dgm:t>
    </dgm:pt>
    <dgm:pt modelId="{0344D6F7-72BA-4B60-BB2F-51289EE943E5}" type="pres">
      <dgm:prSet presAssocID="{E005808F-43DC-4D74-A197-1895EE707450}" presName="Name0" presStyleCnt="0">
        <dgm:presLayoutVars>
          <dgm:chMax val="4"/>
          <dgm:resizeHandles val="exact"/>
        </dgm:presLayoutVars>
      </dgm:prSet>
      <dgm:spPr/>
    </dgm:pt>
    <dgm:pt modelId="{46FD81A5-D81F-48D1-8581-7AA598D4AB96}" type="pres">
      <dgm:prSet presAssocID="{E005808F-43DC-4D74-A197-1895EE707450}" presName="ellipse" presStyleLbl="trBgShp" presStyleIdx="0" presStyleCnt="1"/>
      <dgm:spPr/>
    </dgm:pt>
    <dgm:pt modelId="{0C37FDE1-F096-4C1A-99EA-4E5A9C9958C2}" type="pres">
      <dgm:prSet presAssocID="{E005808F-43DC-4D74-A197-1895EE707450}" presName="arrow1" presStyleLbl="fgShp" presStyleIdx="0" presStyleCnt="1"/>
      <dgm:spPr/>
    </dgm:pt>
    <dgm:pt modelId="{C4BFE768-45CA-4836-A355-83BB2AD0938F}" type="pres">
      <dgm:prSet presAssocID="{E005808F-43DC-4D74-A197-1895EE707450}" presName="rectangle" presStyleLbl="revTx" presStyleIdx="0" presStyleCnt="1">
        <dgm:presLayoutVars>
          <dgm:bulletEnabled val="1"/>
        </dgm:presLayoutVars>
      </dgm:prSet>
      <dgm:spPr/>
    </dgm:pt>
    <dgm:pt modelId="{2FCA6490-7B93-4F71-ADAF-3DFBA1870A1F}" type="pres">
      <dgm:prSet presAssocID="{BA78AFE1-F275-4B9D-96AA-964586BB5AF4}" presName="item1" presStyleLbl="node1" presStyleIdx="0" presStyleCnt="3">
        <dgm:presLayoutVars>
          <dgm:bulletEnabled val="1"/>
        </dgm:presLayoutVars>
      </dgm:prSet>
      <dgm:spPr/>
    </dgm:pt>
    <dgm:pt modelId="{0D90D5D7-3461-44F4-A5F7-A948104F568E}" type="pres">
      <dgm:prSet presAssocID="{8C128E2D-70B3-472C-B07D-971304914780}" presName="item2" presStyleLbl="node1" presStyleIdx="1" presStyleCnt="3">
        <dgm:presLayoutVars>
          <dgm:bulletEnabled val="1"/>
        </dgm:presLayoutVars>
      </dgm:prSet>
      <dgm:spPr/>
    </dgm:pt>
    <dgm:pt modelId="{2179A417-CC61-4BCD-A6E3-4335B28CB833}" type="pres">
      <dgm:prSet presAssocID="{E8AA030E-F45D-4CD3-A0A9-C18EF74FF3E3}" presName="item3" presStyleLbl="node1" presStyleIdx="2" presStyleCnt="3">
        <dgm:presLayoutVars>
          <dgm:bulletEnabled val="1"/>
        </dgm:presLayoutVars>
      </dgm:prSet>
      <dgm:spPr/>
    </dgm:pt>
    <dgm:pt modelId="{7631770F-F379-414B-83CE-D24AE710773E}" type="pres">
      <dgm:prSet presAssocID="{E005808F-43DC-4D74-A197-1895EE707450}" presName="funnel" presStyleLbl="trAlignAcc1" presStyleIdx="0" presStyleCnt="1"/>
      <dgm:spPr/>
    </dgm:pt>
  </dgm:ptLst>
  <dgm:cxnLst>
    <dgm:cxn modelId="{912EB214-FDAB-448E-A623-8FDEBC4497C0}" srcId="{E005808F-43DC-4D74-A197-1895EE707450}" destId="{DECEE686-B33B-4C6C-93B6-732C8963D1DF}" srcOrd="0" destOrd="0" parTransId="{E6352A4B-36F1-4991-8A05-D2639BE7A430}" sibTransId="{C338EC82-06B4-4A8D-9C16-E55C347B125C}"/>
    <dgm:cxn modelId="{515FBE1D-6601-4F2D-92BF-9DFE5F1F780E}" srcId="{E005808F-43DC-4D74-A197-1895EE707450}" destId="{8C128E2D-70B3-472C-B07D-971304914780}" srcOrd="2" destOrd="0" parTransId="{45456FE3-D840-4523-9058-AA3BB341F6D0}" sibTransId="{1362B371-13EB-421D-BD45-2DAF17CEB284}"/>
    <dgm:cxn modelId="{4A60683D-7695-4C3F-AD9C-685F46925CB9}" type="presOf" srcId="{BA78AFE1-F275-4B9D-96AA-964586BB5AF4}" destId="{0D90D5D7-3461-44F4-A5F7-A948104F568E}" srcOrd="0" destOrd="0" presId="urn:microsoft.com/office/officeart/2005/8/layout/funnel1"/>
    <dgm:cxn modelId="{A7412859-8525-4AAC-B8B3-09923A6C43F2}" type="presOf" srcId="{E8AA030E-F45D-4CD3-A0A9-C18EF74FF3E3}" destId="{C4BFE768-45CA-4836-A355-83BB2AD0938F}" srcOrd="0" destOrd="0" presId="urn:microsoft.com/office/officeart/2005/8/layout/funnel1"/>
    <dgm:cxn modelId="{4B6FD498-82A1-4CC0-A2B7-5BD09B2DB71A}" type="presOf" srcId="{8C128E2D-70B3-472C-B07D-971304914780}" destId="{2FCA6490-7B93-4F71-ADAF-3DFBA1870A1F}" srcOrd="0" destOrd="0" presId="urn:microsoft.com/office/officeart/2005/8/layout/funnel1"/>
    <dgm:cxn modelId="{8EB055A1-F2F9-44C0-80D3-0C4B6E31CAFC}" srcId="{E005808F-43DC-4D74-A197-1895EE707450}" destId="{BA78AFE1-F275-4B9D-96AA-964586BB5AF4}" srcOrd="1" destOrd="0" parTransId="{6C6DF7A4-60A6-478E-A52F-F998872ABD7F}" sibTransId="{B0E225E7-25DA-48FB-B782-B7C6D5C1C0B8}"/>
    <dgm:cxn modelId="{213E48BC-1E76-4171-9E83-F6F09B063925}" srcId="{E005808F-43DC-4D74-A197-1895EE707450}" destId="{E8AA030E-F45D-4CD3-A0A9-C18EF74FF3E3}" srcOrd="3" destOrd="0" parTransId="{B735B06B-872F-4AAA-A470-4BED13011FC8}" sibTransId="{515AD9C1-A0ED-4519-B2E7-52744B19E00B}"/>
    <dgm:cxn modelId="{572B51BD-C6AE-4B59-B72C-F6B7198EC6C1}" type="presOf" srcId="{DECEE686-B33B-4C6C-93B6-732C8963D1DF}" destId="{2179A417-CC61-4BCD-A6E3-4335B28CB833}" srcOrd="0" destOrd="0" presId="urn:microsoft.com/office/officeart/2005/8/layout/funnel1"/>
    <dgm:cxn modelId="{4F6AB8C2-52AD-42CC-A6EE-B46F40EAC489}" type="presOf" srcId="{E005808F-43DC-4D74-A197-1895EE707450}" destId="{0344D6F7-72BA-4B60-BB2F-51289EE943E5}" srcOrd="0" destOrd="0" presId="urn:microsoft.com/office/officeart/2005/8/layout/funnel1"/>
    <dgm:cxn modelId="{EF8DF9DF-4621-4623-B083-9E87E9F94A65}" type="presParOf" srcId="{0344D6F7-72BA-4B60-BB2F-51289EE943E5}" destId="{46FD81A5-D81F-48D1-8581-7AA598D4AB96}" srcOrd="0" destOrd="0" presId="urn:microsoft.com/office/officeart/2005/8/layout/funnel1"/>
    <dgm:cxn modelId="{EF580851-C861-4A52-B1F9-581CD801095E}" type="presParOf" srcId="{0344D6F7-72BA-4B60-BB2F-51289EE943E5}" destId="{0C37FDE1-F096-4C1A-99EA-4E5A9C9958C2}" srcOrd="1" destOrd="0" presId="urn:microsoft.com/office/officeart/2005/8/layout/funnel1"/>
    <dgm:cxn modelId="{DCD3F271-95D0-4E9C-8643-1C65243A3397}" type="presParOf" srcId="{0344D6F7-72BA-4B60-BB2F-51289EE943E5}" destId="{C4BFE768-45CA-4836-A355-83BB2AD0938F}" srcOrd="2" destOrd="0" presId="urn:microsoft.com/office/officeart/2005/8/layout/funnel1"/>
    <dgm:cxn modelId="{3ABF71D4-731A-40CF-BA05-44D07C3B879D}" type="presParOf" srcId="{0344D6F7-72BA-4B60-BB2F-51289EE943E5}" destId="{2FCA6490-7B93-4F71-ADAF-3DFBA1870A1F}" srcOrd="3" destOrd="0" presId="urn:microsoft.com/office/officeart/2005/8/layout/funnel1"/>
    <dgm:cxn modelId="{E3F6E940-57C9-4DAE-976C-BAEA4102C9B7}" type="presParOf" srcId="{0344D6F7-72BA-4B60-BB2F-51289EE943E5}" destId="{0D90D5D7-3461-44F4-A5F7-A948104F568E}" srcOrd="4" destOrd="0" presId="urn:microsoft.com/office/officeart/2005/8/layout/funnel1"/>
    <dgm:cxn modelId="{EE49906A-4593-47A7-B02C-8F9D0513A71E}" type="presParOf" srcId="{0344D6F7-72BA-4B60-BB2F-51289EE943E5}" destId="{2179A417-CC61-4BCD-A6E3-4335B28CB833}" srcOrd="5" destOrd="0" presId="urn:microsoft.com/office/officeart/2005/8/layout/funnel1"/>
    <dgm:cxn modelId="{08D79431-19C1-468C-B13E-C40949822C64}" type="presParOf" srcId="{0344D6F7-72BA-4B60-BB2F-51289EE943E5}" destId="{7631770F-F379-414B-83CE-D24AE710773E}" srcOrd="6" destOrd="0" presId="urn:microsoft.com/office/officeart/2005/8/layout/funne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EA680E8-23C9-4A3E-9258-13626244F8A0}" type="doc">
      <dgm:prSet loTypeId="urn:microsoft.com/office/officeart/2009/3/layout/RandomtoResultProcess" loCatId="process" qsTypeId="urn:microsoft.com/office/officeart/2005/8/quickstyle/simple1" qsCatId="simple" csTypeId="urn:microsoft.com/office/officeart/2005/8/colors/accent1_2" csCatId="accent1" phldr="1"/>
      <dgm:spPr/>
      <dgm:t>
        <a:bodyPr/>
        <a:lstStyle/>
        <a:p>
          <a:endParaRPr lang="fr-FR"/>
        </a:p>
      </dgm:t>
    </dgm:pt>
    <dgm:pt modelId="{6BBC2052-AA1F-45CE-AFC5-C0E06FB59B2A}">
      <dgm:prSet phldrT="[Texte]" phldr="0"/>
      <dgm:spPr/>
      <dgm:t>
        <a:bodyPr/>
        <a:lstStyle/>
        <a:p>
          <a:endParaRPr lang="fr-FR" dirty="0"/>
        </a:p>
      </dgm:t>
    </dgm:pt>
    <dgm:pt modelId="{7D77E0C2-25AB-43A0-8611-ED6024C5C53C}" type="parTrans" cxnId="{90D33839-F389-4386-AFED-467151734B3F}">
      <dgm:prSet/>
      <dgm:spPr/>
      <dgm:t>
        <a:bodyPr/>
        <a:lstStyle/>
        <a:p>
          <a:endParaRPr lang="fr-FR"/>
        </a:p>
      </dgm:t>
    </dgm:pt>
    <dgm:pt modelId="{084DD54A-0C48-4DBC-A72E-1BF117A70328}" type="sibTrans" cxnId="{90D33839-F389-4386-AFED-467151734B3F}">
      <dgm:prSet/>
      <dgm:spPr/>
      <dgm:t>
        <a:bodyPr/>
        <a:lstStyle/>
        <a:p>
          <a:endParaRPr lang="fr-FR"/>
        </a:p>
      </dgm:t>
    </dgm:pt>
    <dgm:pt modelId="{B278D971-2CEE-4F5E-9FA8-D02FF184C854}">
      <dgm:prSet phldrT="[Texte]" phldr="0"/>
      <dgm:spPr/>
      <dgm:t>
        <a:bodyPr/>
        <a:lstStyle/>
        <a:p>
          <a:r>
            <a:rPr lang="fr-FR" dirty="0"/>
            <a:t>Des références multiples</a:t>
          </a:r>
        </a:p>
      </dgm:t>
    </dgm:pt>
    <dgm:pt modelId="{B10D49B9-6E15-4E35-B3A9-4223E978A902}" type="parTrans" cxnId="{95E32EAA-84F0-499E-84A7-45E5AB208E09}">
      <dgm:prSet/>
      <dgm:spPr/>
      <dgm:t>
        <a:bodyPr/>
        <a:lstStyle/>
        <a:p>
          <a:endParaRPr lang="fr-FR"/>
        </a:p>
      </dgm:t>
    </dgm:pt>
    <dgm:pt modelId="{60D246CA-65A1-4E49-859D-CB4A97A502CB}" type="sibTrans" cxnId="{95E32EAA-84F0-499E-84A7-45E5AB208E09}">
      <dgm:prSet/>
      <dgm:spPr/>
      <dgm:t>
        <a:bodyPr/>
        <a:lstStyle/>
        <a:p>
          <a:endParaRPr lang="fr-FR"/>
        </a:p>
      </dgm:t>
    </dgm:pt>
    <dgm:pt modelId="{D230BE2A-0D3D-414B-AECB-C048521B2E34}">
      <dgm:prSet phldrT="[Texte]" phldr="0"/>
      <dgm:spPr/>
      <dgm:t>
        <a:bodyPr/>
        <a:lstStyle/>
        <a:p>
          <a:r>
            <a:rPr lang="fr-FR" dirty="0"/>
            <a:t>Une approche globale</a:t>
          </a:r>
        </a:p>
      </dgm:t>
    </dgm:pt>
    <dgm:pt modelId="{FB1BDE2F-40F1-4E3F-8C16-4C2F05B77A5F}" type="parTrans" cxnId="{7C611103-05CD-48F3-ACDB-6D819BBC7800}">
      <dgm:prSet/>
      <dgm:spPr/>
      <dgm:t>
        <a:bodyPr/>
        <a:lstStyle/>
        <a:p>
          <a:endParaRPr lang="fr-FR"/>
        </a:p>
      </dgm:t>
    </dgm:pt>
    <dgm:pt modelId="{9285B838-94CD-4B51-B3D2-9AEDFF5C63D8}" type="sibTrans" cxnId="{7C611103-05CD-48F3-ACDB-6D819BBC7800}">
      <dgm:prSet/>
      <dgm:spPr/>
      <dgm:t>
        <a:bodyPr/>
        <a:lstStyle/>
        <a:p>
          <a:endParaRPr lang="fr-FR"/>
        </a:p>
      </dgm:t>
    </dgm:pt>
    <dgm:pt modelId="{3ABB39DC-A3FF-4606-A548-8F222AB87571}">
      <dgm:prSet phldrT="[Texte]" phldr="0"/>
      <dgm:spPr/>
      <dgm:t>
        <a:bodyPr/>
        <a:lstStyle/>
        <a:p>
          <a:r>
            <a:rPr lang="fr-FR" dirty="0"/>
            <a:t>Méthode</a:t>
          </a:r>
        </a:p>
      </dgm:t>
    </dgm:pt>
    <dgm:pt modelId="{A9757372-11AE-4BEF-A120-913090BE1B0F}" type="parTrans" cxnId="{99974C98-13A1-4D8F-9B23-F7C3D6655952}">
      <dgm:prSet/>
      <dgm:spPr/>
      <dgm:t>
        <a:bodyPr/>
        <a:lstStyle/>
        <a:p>
          <a:endParaRPr lang="fr-FR"/>
        </a:p>
      </dgm:t>
    </dgm:pt>
    <dgm:pt modelId="{0221D4AF-9E2C-491D-BD15-40618A5541E0}" type="sibTrans" cxnId="{99974C98-13A1-4D8F-9B23-F7C3D6655952}">
      <dgm:prSet/>
      <dgm:spPr/>
      <dgm:t>
        <a:bodyPr/>
        <a:lstStyle/>
        <a:p>
          <a:endParaRPr lang="fr-FR"/>
        </a:p>
      </dgm:t>
    </dgm:pt>
    <dgm:pt modelId="{038E2E33-90C2-4E08-9EB3-3E992266D4C1}" type="pres">
      <dgm:prSet presAssocID="{2EA680E8-23C9-4A3E-9258-13626244F8A0}" presName="Name0" presStyleCnt="0">
        <dgm:presLayoutVars>
          <dgm:dir/>
          <dgm:animOne val="branch"/>
          <dgm:animLvl val="lvl"/>
        </dgm:presLayoutVars>
      </dgm:prSet>
      <dgm:spPr/>
    </dgm:pt>
    <dgm:pt modelId="{9D77D93F-34E9-46B9-9242-6E8BCEF5832A}" type="pres">
      <dgm:prSet presAssocID="{6BBC2052-AA1F-45CE-AFC5-C0E06FB59B2A}" presName="chaos" presStyleCnt="0"/>
      <dgm:spPr/>
    </dgm:pt>
    <dgm:pt modelId="{2E4A0AA6-F47A-4146-9512-18264739A5F1}" type="pres">
      <dgm:prSet presAssocID="{6BBC2052-AA1F-45CE-AFC5-C0E06FB59B2A}" presName="parTx1" presStyleLbl="revTx" presStyleIdx="0" presStyleCnt="3"/>
      <dgm:spPr/>
    </dgm:pt>
    <dgm:pt modelId="{5BDD929A-9E8F-4632-8B12-8FFC8D90DBDE}" type="pres">
      <dgm:prSet presAssocID="{6BBC2052-AA1F-45CE-AFC5-C0E06FB59B2A}" presName="desTx1" presStyleLbl="revTx" presStyleIdx="1" presStyleCnt="3">
        <dgm:presLayoutVars>
          <dgm:bulletEnabled val="1"/>
        </dgm:presLayoutVars>
      </dgm:prSet>
      <dgm:spPr/>
    </dgm:pt>
    <dgm:pt modelId="{AA376F0C-8107-4F00-8891-3FDF2F96968D}" type="pres">
      <dgm:prSet presAssocID="{6BBC2052-AA1F-45CE-AFC5-C0E06FB59B2A}" presName="c1" presStyleLbl="node1" presStyleIdx="0" presStyleCnt="19"/>
      <dgm:spPr/>
    </dgm:pt>
    <dgm:pt modelId="{27618F65-D060-4608-8406-54029F7F6EE8}" type="pres">
      <dgm:prSet presAssocID="{6BBC2052-AA1F-45CE-AFC5-C0E06FB59B2A}" presName="c2" presStyleLbl="node1" presStyleIdx="1" presStyleCnt="19"/>
      <dgm:spPr/>
    </dgm:pt>
    <dgm:pt modelId="{4246725B-9910-49EC-8A1B-3B6F65B9B59B}" type="pres">
      <dgm:prSet presAssocID="{6BBC2052-AA1F-45CE-AFC5-C0E06FB59B2A}" presName="c3" presStyleLbl="node1" presStyleIdx="2" presStyleCnt="19"/>
      <dgm:spPr/>
    </dgm:pt>
    <dgm:pt modelId="{3DA333F3-E25D-47B5-AB29-DE1DE9B97014}" type="pres">
      <dgm:prSet presAssocID="{6BBC2052-AA1F-45CE-AFC5-C0E06FB59B2A}" presName="c4" presStyleLbl="node1" presStyleIdx="3" presStyleCnt="19"/>
      <dgm:spPr/>
    </dgm:pt>
    <dgm:pt modelId="{6DCE572C-2875-4979-B6C9-F3354AFEC6E8}" type="pres">
      <dgm:prSet presAssocID="{6BBC2052-AA1F-45CE-AFC5-C0E06FB59B2A}" presName="c5" presStyleLbl="node1" presStyleIdx="4" presStyleCnt="19"/>
      <dgm:spPr/>
    </dgm:pt>
    <dgm:pt modelId="{9B62AFCE-E25C-4A50-9EE6-1875AEA07284}" type="pres">
      <dgm:prSet presAssocID="{6BBC2052-AA1F-45CE-AFC5-C0E06FB59B2A}" presName="c6" presStyleLbl="node1" presStyleIdx="5" presStyleCnt="19"/>
      <dgm:spPr/>
    </dgm:pt>
    <dgm:pt modelId="{B6410FBE-B0A9-4ED8-AABE-E828888C4C7F}" type="pres">
      <dgm:prSet presAssocID="{6BBC2052-AA1F-45CE-AFC5-C0E06FB59B2A}" presName="c7" presStyleLbl="node1" presStyleIdx="6" presStyleCnt="19"/>
      <dgm:spPr/>
    </dgm:pt>
    <dgm:pt modelId="{4DC32F7C-E19A-4BD0-AFE7-7C369ABA3883}" type="pres">
      <dgm:prSet presAssocID="{6BBC2052-AA1F-45CE-AFC5-C0E06FB59B2A}" presName="c8" presStyleLbl="node1" presStyleIdx="7" presStyleCnt="19"/>
      <dgm:spPr/>
    </dgm:pt>
    <dgm:pt modelId="{AD00DF15-CBC3-473C-8C7F-0EDABF27635C}" type="pres">
      <dgm:prSet presAssocID="{6BBC2052-AA1F-45CE-AFC5-C0E06FB59B2A}" presName="c9" presStyleLbl="node1" presStyleIdx="8" presStyleCnt="19"/>
      <dgm:spPr/>
    </dgm:pt>
    <dgm:pt modelId="{8DE8F148-A92F-4DE4-B2BD-E54C5C37FC49}" type="pres">
      <dgm:prSet presAssocID="{6BBC2052-AA1F-45CE-AFC5-C0E06FB59B2A}" presName="c10" presStyleLbl="node1" presStyleIdx="9" presStyleCnt="19"/>
      <dgm:spPr/>
    </dgm:pt>
    <dgm:pt modelId="{CC9BA216-43E4-4DF1-B608-787C98314522}" type="pres">
      <dgm:prSet presAssocID="{6BBC2052-AA1F-45CE-AFC5-C0E06FB59B2A}" presName="c11" presStyleLbl="node1" presStyleIdx="10" presStyleCnt="19"/>
      <dgm:spPr/>
    </dgm:pt>
    <dgm:pt modelId="{A7F6D9E9-F360-420B-B835-4C30E0CB20FE}" type="pres">
      <dgm:prSet presAssocID="{6BBC2052-AA1F-45CE-AFC5-C0E06FB59B2A}" presName="c12" presStyleLbl="node1" presStyleIdx="11" presStyleCnt="19"/>
      <dgm:spPr/>
    </dgm:pt>
    <dgm:pt modelId="{5BA92698-6733-4A4A-BC68-A8E96B2C072F}" type="pres">
      <dgm:prSet presAssocID="{6BBC2052-AA1F-45CE-AFC5-C0E06FB59B2A}" presName="c13" presStyleLbl="node1" presStyleIdx="12" presStyleCnt="19"/>
      <dgm:spPr/>
    </dgm:pt>
    <dgm:pt modelId="{6CF5F0EA-CC7A-4C37-A69B-11B2CB874B33}" type="pres">
      <dgm:prSet presAssocID="{6BBC2052-AA1F-45CE-AFC5-C0E06FB59B2A}" presName="c14" presStyleLbl="node1" presStyleIdx="13" presStyleCnt="19"/>
      <dgm:spPr/>
    </dgm:pt>
    <dgm:pt modelId="{5B1E8BE5-698E-4BC7-9880-0EF83DC7A6A2}" type="pres">
      <dgm:prSet presAssocID="{6BBC2052-AA1F-45CE-AFC5-C0E06FB59B2A}" presName="c15" presStyleLbl="node1" presStyleIdx="14" presStyleCnt="19"/>
      <dgm:spPr/>
    </dgm:pt>
    <dgm:pt modelId="{0FA9539D-7529-4F95-8E7E-5141EBBC8364}" type="pres">
      <dgm:prSet presAssocID="{6BBC2052-AA1F-45CE-AFC5-C0E06FB59B2A}" presName="c16" presStyleLbl="node1" presStyleIdx="15" presStyleCnt="19"/>
      <dgm:spPr/>
    </dgm:pt>
    <dgm:pt modelId="{FB5F4FB0-D4DE-47BF-B96F-076120EE7D31}" type="pres">
      <dgm:prSet presAssocID="{6BBC2052-AA1F-45CE-AFC5-C0E06FB59B2A}" presName="c17" presStyleLbl="node1" presStyleIdx="16" presStyleCnt="19"/>
      <dgm:spPr/>
    </dgm:pt>
    <dgm:pt modelId="{CBDD2DEE-9926-4B11-B4CD-D21F0FEE7313}" type="pres">
      <dgm:prSet presAssocID="{6BBC2052-AA1F-45CE-AFC5-C0E06FB59B2A}" presName="c18" presStyleLbl="node1" presStyleIdx="17" presStyleCnt="19"/>
      <dgm:spPr/>
    </dgm:pt>
    <dgm:pt modelId="{23C5561D-63A7-4E43-9B8D-AD7341AFFE85}" type="pres">
      <dgm:prSet presAssocID="{084DD54A-0C48-4DBC-A72E-1BF117A70328}" presName="chevronComposite1" presStyleCnt="0"/>
      <dgm:spPr/>
    </dgm:pt>
    <dgm:pt modelId="{F2E75E43-3DEB-457E-BC5A-6CC3112C9B2A}" type="pres">
      <dgm:prSet presAssocID="{084DD54A-0C48-4DBC-A72E-1BF117A70328}" presName="chevron1" presStyleLbl="sibTrans2D1" presStyleIdx="0" presStyleCnt="2"/>
      <dgm:spPr/>
    </dgm:pt>
    <dgm:pt modelId="{17C6A5B2-8AF1-4D7D-917A-04787E0C6314}" type="pres">
      <dgm:prSet presAssocID="{084DD54A-0C48-4DBC-A72E-1BF117A70328}" presName="spChevron1" presStyleCnt="0"/>
      <dgm:spPr/>
    </dgm:pt>
    <dgm:pt modelId="{C0D391F0-D3DD-49EB-A621-8F1C160D7712}" type="pres">
      <dgm:prSet presAssocID="{084DD54A-0C48-4DBC-A72E-1BF117A70328}" presName="overlap" presStyleCnt="0"/>
      <dgm:spPr/>
    </dgm:pt>
    <dgm:pt modelId="{CC100A37-4B65-48C5-9F62-3BD767E604F9}" type="pres">
      <dgm:prSet presAssocID="{084DD54A-0C48-4DBC-A72E-1BF117A70328}" presName="chevronComposite2" presStyleCnt="0"/>
      <dgm:spPr/>
    </dgm:pt>
    <dgm:pt modelId="{DE90966E-7814-49A8-B5C2-121A9C3138FB}" type="pres">
      <dgm:prSet presAssocID="{084DD54A-0C48-4DBC-A72E-1BF117A70328}" presName="chevron2" presStyleLbl="sibTrans2D1" presStyleIdx="1" presStyleCnt="2"/>
      <dgm:spPr/>
    </dgm:pt>
    <dgm:pt modelId="{6A47A8D2-2B01-44C2-BFEA-03E58017DFD2}" type="pres">
      <dgm:prSet presAssocID="{084DD54A-0C48-4DBC-A72E-1BF117A70328}" presName="spChevron2" presStyleCnt="0"/>
      <dgm:spPr/>
    </dgm:pt>
    <dgm:pt modelId="{5E01C28C-9731-404C-B866-4976251BF8D5}" type="pres">
      <dgm:prSet presAssocID="{3ABB39DC-A3FF-4606-A548-8F222AB87571}" presName="last" presStyleCnt="0"/>
      <dgm:spPr/>
    </dgm:pt>
    <dgm:pt modelId="{CA661337-EDAE-4066-B192-D8B26C5946A4}" type="pres">
      <dgm:prSet presAssocID="{3ABB39DC-A3FF-4606-A548-8F222AB87571}" presName="circleTx" presStyleLbl="node1" presStyleIdx="18" presStyleCnt="19"/>
      <dgm:spPr/>
    </dgm:pt>
    <dgm:pt modelId="{1CA7F112-63A6-48B8-B8FA-640D0F0F371A}" type="pres">
      <dgm:prSet presAssocID="{3ABB39DC-A3FF-4606-A548-8F222AB87571}" presName="desTxN" presStyleLbl="revTx" presStyleIdx="2" presStyleCnt="3">
        <dgm:presLayoutVars>
          <dgm:bulletEnabled val="1"/>
        </dgm:presLayoutVars>
      </dgm:prSet>
      <dgm:spPr/>
    </dgm:pt>
    <dgm:pt modelId="{7DE25E1B-B518-4B58-BF16-725D2939D3E4}" type="pres">
      <dgm:prSet presAssocID="{3ABB39DC-A3FF-4606-A548-8F222AB87571}" presName="spN" presStyleCnt="0"/>
      <dgm:spPr/>
    </dgm:pt>
  </dgm:ptLst>
  <dgm:cxnLst>
    <dgm:cxn modelId="{7C611103-05CD-48F3-ACDB-6D819BBC7800}" srcId="{3ABB39DC-A3FF-4606-A548-8F222AB87571}" destId="{D230BE2A-0D3D-414B-AECB-C048521B2E34}" srcOrd="0" destOrd="0" parTransId="{FB1BDE2F-40F1-4E3F-8C16-4C2F05B77A5F}" sibTransId="{9285B838-94CD-4B51-B3D2-9AEDFF5C63D8}"/>
    <dgm:cxn modelId="{23593321-EBCE-4A78-A24E-808ABA152C8B}" type="presOf" srcId="{D230BE2A-0D3D-414B-AECB-C048521B2E34}" destId="{1CA7F112-63A6-48B8-B8FA-640D0F0F371A}" srcOrd="0" destOrd="0" presId="urn:microsoft.com/office/officeart/2009/3/layout/RandomtoResultProcess"/>
    <dgm:cxn modelId="{90D33839-F389-4386-AFED-467151734B3F}" srcId="{2EA680E8-23C9-4A3E-9258-13626244F8A0}" destId="{6BBC2052-AA1F-45CE-AFC5-C0E06FB59B2A}" srcOrd="0" destOrd="0" parTransId="{7D77E0C2-25AB-43A0-8611-ED6024C5C53C}" sibTransId="{084DD54A-0C48-4DBC-A72E-1BF117A70328}"/>
    <dgm:cxn modelId="{E087D572-8347-4FC1-98BD-ED7F632FA620}" type="presOf" srcId="{6BBC2052-AA1F-45CE-AFC5-C0E06FB59B2A}" destId="{2E4A0AA6-F47A-4146-9512-18264739A5F1}" srcOrd="0" destOrd="0" presId="urn:microsoft.com/office/officeart/2009/3/layout/RandomtoResultProcess"/>
    <dgm:cxn modelId="{4FA5FE52-F7F3-4E0C-B0FB-3E7ED8562297}" type="presOf" srcId="{B278D971-2CEE-4F5E-9FA8-D02FF184C854}" destId="{5BDD929A-9E8F-4632-8B12-8FFC8D90DBDE}" srcOrd="0" destOrd="0" presId="urn:microsoft.com/office/officeart/2009/3/layout/RandomtoResultProcess"/>
    <dgm:cxn modelId="{89E01198-B8BA-4E32-850D-61C09191C095}" type="presOf" srcId="{3ABB39DC-A3FF-4606-A548-8F222AB87571}" destId="{CA661337-EDAE-4066-B192-D8B26C5946A4}" srcOrd="0" destOrd="0" presId="urn:microsoft.com/office/officeart/2009/3/layout/RandomtoResultProcess"/>
    <dgm:cxn modelId="{99974C98-13A1-4D8F-9B23-F7C3D6655952}" srcId="{2EA680E8-23C9-4A3E-9258-13626244F8A0}" destId="{3ABB39DC-A3FF-4606-A548-8F222AB87571}" srcOrd="1" destOrd="0" parTransId="{A9757372-11AE-4BEF-A120-913090BE1B0F}" sibTransId="{0221D4AF-9E2C-491D-BD15-40618A5541E0}"/>
    <dgm:cxn modelId="{95E32EAA-84F0-499E-84A7-45E5AB208E09}" srcId="{6BBC2052-AA1F-45CE-AFC5-C0E06FB59B2A}" destId="{B278D971-2CEE-4F5E-9FA8-D02FF184C854}" srcOrd="0" destOrd="0" parTransId="{B10D49B9-6E15-4E35-B3A9-4223E978A902}" sibTransId="{60D246CA-65A1-4E49-859D-CB4A97A502CB}"/>
    <dgm:cxn modelId="{83612EAC-655D-420C-88D8-50BBF705F443}" type="presOf" srcId="{2EA680E8-23C9-4A3E-9258-13626244F8A0}" destId="{038E2E33-90C2-4E08-9EB3-3E992266D4C1}" srcOrd="0" destOrd="0" presId="urn:microsoft.com/office/officeart/2009/3/layout/RandomtoResultProcess"/>
    <dgm:cxn modelId="{D4409CA9-1452-4E8A-987A-8A6E81AD5793}" type="presParOf" srcId="{038E2E33-90C2-4E08-9EB3-3E992266D4C1}" destId="{9D77D93F-34E9-46B9-9242-6E8BCEF5832A}" srcOrd="0" destOrd="0" presId="urn:microsoft.com/office/officeart/2009/3/layout/RandomtoResultProcess"/>
    <dgm:cxn modelId="{276141C4-0918-42DF-A5C7-F461AD0D0533}" type="presParOf" srcId="{9D77D93F-34E9-46B9-9242-6E8BCEF5832A}" destId="{2E4A0AA6-F47A-4146-9512-18264739A5F1}" srcOrd="0" destOrd="0" presId="urn:microsoft.com/office/officeart/2009/3/layout/RandomtoResultProcess"/>
    <dgm:cxn modelId="{9B90009E-FA4C-4F9F-86E7-C81F4FFB5ACE}" type="presParOf" srcId="{9D77D93F-34E9-46B9-9242-6E8BCEF5832A}" destId="{5BDD929A-9E8F-4632-8B12-8FFC8D90DBDE}" srcOrd="1" destOrd="0" presId="urn:microsoft.com/office/officeart/2009/3/layout/RandomtoResultProcess"/>
    <dgm:cxn modelId="{161405AD-E79F-4D1A-9F28-149FFBBF0196}" type="presParOf" srcId="{9D77D93F-34E9-46B9-9242-6E8BCEF5832A}" destId="{AA376F0C-8107-4F00-8891-3FDF2F96968D}" srcOrd="2" destOrd="0" presId="urn:microsoft.com/office/officeart/2009/3/layout/RandomtoResultProcess"/>
    <dgm:cxn modelId="{6CC88D59-B4BE-4746-821A-DA09030EBB3E}" type="presParOf" srcId="{9D77D93F-34E9-46B9-9242-6E8BCEF5832A}" destId="{27618F65-D060-4608-8406-54029F7F6EE8}" srcOrd="3" destOrd="0" presId="urn:microsoft.com/office/officeart/2009/3/layout/RandomtoResultProcess"/>
    <dgm:cxn modelId="{E3AAD5B7-3086-44EF-AE0D-CA3E10FAFB6A}" type="presParOf" srcId="{9D77D93F-34E9-46B9-9242-6E8BCEF5832A}" destId="{4246725B-9910-49EC-8A1B-3B6F65B9B59B}" srcOrd="4" destOrd="0" presId="urn:microsoft.com/office/officeart/2009/3/layout/RandomtoResultProcess"/>
    <dgm:cxn modelId="{19F62014-2043-47DF-A0C0-3AE5BC93290B}" type="presParOf" srcId="{9D77D93F-34E9-46B9-9242-6E8BCEF5832A}" destId="{3DA333F3-E25D-47B5-AB29-DE1DE9B97014}" srcOrd="5" destOrd="0" presId="urn:microsoft.com/office/officeart/2009/3/layout/RandomtoResultProcess"/>
    <dgm:cxn modelId="{86947150-984B-4855-BC7A-A4BF0BE6AA8B}" type="presParOf" srcId="{9D77D93F-34E9-46B9-9242-6E8BCEF5832A}" destId="{6DCE572C-2875-4979-B6C9-F3354AFEC6E8}" srcOrd="6" destOrd="0" presId="urn:microsoft.com/office/officeart/2009/3/layout/RandomtoResultProcess"/>
    <dgm:cxn modelId="{02B743C8-2940-475E-89EB-14B9334F2BD9}" type="presParOf" srcId="{9D77D93F-34E9-46B9-9242-6E8BCEF5832A}" destId="{9B62AFCE-E25C-4A50-9EE6-1875AEA07284}" srcOrd="7" destOrd="0" presId="urn:microsoft.com/office/officeart/2009/3/layout/RandomtoResultProcess"/>
    <dgm:cxn modelId="{84B438E8-C4F4-41A2-A2D1-DE373329CB6C}" type="presParOf" srcId="{9D77D93F-34E9-46B9-9242-6E8BCEF5832A}" destId="{B6410FBE-B0A9-4ED8-AABE-E828888C4C7F}" srcOrd="8" destOrd="0" presId="urn:microsoft.com/office/officeart/2009/3/layout/RandomtoResultProcess"/>
    <dgm:cxn modelId="{18ACC444-E208-4E69-B310-1FF5009D3C78}" type="presParOf" srcId="{9D77D93F-34E9-46B9-9242-6E8BCEF5832A}" destId="{4DC32F7C-E19A-4BD0-AFE7-7C369ABA3883}" srcOrd="9" destOrd="0" presId="urn:microsoft.com/office/officeart/2009/3/layout/RandomtoResultProcess"/>
    <dgm:cxn modelId="{80278172-FBAF-4467-8AB7-6AEC6E6E4BE7}" type="presParOf" srcId="{9D77D93F-34E9-46B9-9242-6E8BCEF5832A}" destId="{AD00DF15-CBC3-473C-8C7F-0EDABF27635C}" srcOrd="10" destOrd="0" presId="urn:microsoft.com/office/officeart/2009/3/layout/RandomtoResultProcess"/>
    <dgm:cxn modelId="{B7A79400-49BB-436F-94D7-B861EE733BEB}" type="presParOf" srcId="{9D77D93F-34E9-46B9-9242-6E8BCEF5832A}" destId="{8DE8F148-A92F-4DE4-B2BD-E54C5C37FC49}" srcOrd="11" destOrd="0" presId="urn:microsoft.com/office/officeart/2009/3/layout/RandomtoResultProcess"/>
    <dgm:cxn modelId="{F27ED9BA-F5B5-4FBA-B36F-DDDC5A527FFC}" type="presParOf" srcId="{9D77D93F-34E9-46B9-9242-6E8BCEF5832A}" destId="{CC9BA216-43E4-4DF1-B608-787C98314522}" srcOrd="12" destOrd="0" presId="urn:microsoft.com/office/officeart/2009/3/layout/RandomtoResultProcess"/>
    <dgm:cxn modelId="{06963969-BB9C-4BD7-A6A5-EE9C12DA18EB}" type="presParOf" srcId="{9D77D93F-34E9-46B9-9242-6E8BCEF5832A}" destId="{A7F6D9E9-F360-420B-B835-4C30E0CB20FE}" srcOrd="13" destOrd="0" presId="urn:microsoft.com/office/officeart/2009/3/layout/RandomtoResultProcess"/>
    <dgm:cxn modelId="{B02F8032-44D8-4813-B955-366029B606BE}" type="presParOf" srcId="{9D77D93F-34E9-46B9-9242-6E8BCEF5832A}" destId="{5BA92698-6733-4A4A-BC68-A8E96B2C072F}" srcOrd="14" destOrd="0" presId="urn:microsoft.com/office/officeart/2009/3/layout/RandomtoResultProcess"/>
    <dgm:cxn modelId="{B4B93E33-C533-49C9-8FE2-65BA1110C83D}" type="presParOf" srcId="{9D77D93F-34E9-46B9-9242-6E8BCEF5832A}" destId="{6CF5F0EA-CC7A-4C37-A69B-11B2CB874B33}" srcOrd="15" destOrd="0" presId="urn:microsoft.com/office/officeart/2009/3/layout/RandomtoResultProcess"/>
    <dgm:cxn modelId="{0C5350D3-4246-4C75-BF90-13DA27A2A036}" type="presParOf" srcId="{9D77D93F-34E9-46B9-9242-6E8BCEF5832A}" destId="{5B1E8BE5-698E-4BC7-9880-0EF83DC7A6A2}" srcOrd="16" destOrd="0" presId="urn:microsoft.com/office/officeart/2009/3/layout/RandomtoResultProcess"/>
    <dgm:cxn modelId="{1088F0D5-C056-4CA0-814F-4D0D07711EF2}" type="presParOf" srcId="{9D77D93F-34E9-46B9-9242-6E8BCEF5832A}" destId="{0FA9539D-7529-4F95-8E7E-5141EBBC8364}" srcOrd="17" destOrd="0" presId="urn:microsoft.com/office/officeart/2009/3/layout/RandomtoResultProcess"/>
    <dgm:cxn modelId="{EBF480E6-4D00-4229-B5CE-10E40A5A112D}" type="presParOf" srcId="{9D77D93F-34E9-46B9-9242-6E8BCEF5832A}" destId="{FB5F4FB0-D4DE-47BF-B96F-076120EE7D31}" srcOrd="18" destOrd="0" presId="urn:microsoft.com/office/officeart/2009/3/layout/RandomtoResultProcess"/>
    <dgm:cxn modelId="{D694D74A-AF5C-408A-A6B4-1DDC296FF052}" type="presParOf" srcId="{9D77D93F-34E9-46B9-9242-6E8BCEF5832A}" destId="{CBDD2DEE-9926-4B11-B4CD-D21F0FEE7313}" srcOrd="19" destOrd="0" presId="urn:microsoft.com/office/officeart/2009/3/layout/RandomtoResultProcess"/>
    <dgm:cxn modelId="{F976DA2A-6E86-483C-B1E2-153524741A0F}" type="presParOf" srcId="{038E2E33-90C2-4E08-9EB3-3E992266D4C1}" destId="{23C5561D-63A7-4E43-9B8D-AD7341AFFE85}" srcOrd="1" destOrd="0" presId="urn:microsoft.com/office/officeart/2009/3/layout/RandomtoResultProcess"/>
    <dgm:cxn modelId="{B67F8B0C-0321-4194-A677-1DF0CF546687}" type="presParOf" srcId="{23C5561D-63A7-4E43-9B8D-AD7341AFFE85}" destId="{F2E75E43-3DEB-457E-BC5A-6CC3112C9B2A}" srcOrd="0" destOrd="0" presId="urn:microsoft.com/office/officeart/2009/3/layout/RandomtoResultProcess"/>
    <dgm:cxn modelId="{DE7928AA-C9F6-435D-882A-091FC08E9F66}" type="presParOf" srcId="{23C5561D-63A7-4E43-9B8D-AD7341AFFE85}" destId="{17C6A5B2-8AF1-4D7D-917A-04787E0C6314}" srcOrd="1" destOrd="0" presId="urn:microsoft.com/office/officeart/2009/3/layout/RandomtoResultProcess"/>
    <dgm:cxn modelId="{C110D88A-5C65-47CF-BA28-A45CFC34FAF4}" type="presParOf" srcId="{038E2E33-90C2-4E08-9EB3-3E992266D4C1}" destId="{C0D391F0-D3DD-49EB-A621-8F1C160D7712}" srcOrd="2" destOrd="0" presId="urn:microsoft.com/office/officeart/2009/3/layout/RandomtoResultProcess"/>
    <dgm:cxn modelId="{67B2E6F7-01D9-4EEF-93AC-FDF5E9E18D23}" type="presParOf" srcId="{038E2E33-90C2-4E08-9EB3-3E992266D4C1}" destId="{CC100A37-4B65-48C5-9F62-3BD767E604F9}" srcOrd="3" destOrd="0" presId="urn:microsoft.com/office/officeart/2009/3/layout/RandomtoResultProcess"/>
    <dgm:cxn modelId="{E7CC346E-58CA-4493-942A-0E03F89530FF}" type="presParOf" srcId="{CC100A37-4B65-48C5-9F62-3BD767E604F9}" destId="{DE90966E-7814-49A8-B5C2-121A9C3138FB}" srcOrd="0" destOrd="0" presId="urn:microsoft.com/office/officeart/2009/3/layout/RandomtoResultProcess"/>
    <dgm:cxn modelId="{4D4E36C1-C7E8-4DD4-90CC-7A15CB6BCC2F}" type="presParOf" srcId="{CC100A37-4B65-48C5-9F62-3BD767E604F9}" destId="{6A47A8D2-2B01-44C2-BFEA-03E58017DFD2}" srcOrd="1" destOrd="0" presId="urn:microsoft.com/office/officeart/2009/3/layout/RandomtoResultProcess"/>
    <dgm:cxn modelId="{0E08F36C-DB19-40DE-9EC0-DD01E98B8748}" type="presParOf" srcId="{038E2E33-90C2-4E08-9EB3-3E992266D4C1}" destId="{5E01C28C-9731-404C-B866-4976251BF8D5}" srcOrd="4" destOrd="0" presId="urn:microsoft.com/office/officeart/2009/3/layout/RandomtoResultProcess"/>
    <dgm:cxn modelId="{CF8D9F15-A2C4-41D3-A46B-3A980A1BE620}" type="presParOf" srcId="{5E01C28C-9731-404C-B866-4976251BF8D5}" destId="{CA661337-EDAE-4066-B192-D8B26C5946A4}" srcOrd="0" destOrd="0" presId="urn:microsoft.com/office/officeart/2009/3/layout/RandomtoResultProcess"/>
    <dgm:cxn modelId="{17162B36-E99F-401A-95B4-3D0DC9294247}" type="presParOf" srcId="{5E01C28C-9731-404C-B866-4976251BF8D5}" destId="{1CA7F112-63A6-48B8-B8FA-640D0F0F371A}" srcOrd="1" destOrd="0" presId="urn:microsoft.com/office/officeart/2009/3/layout/RandomtoResultProcess"/>
    <dgm:cxn modelId="{090EC6E1-5061-4287-AF96-7819F47D890F}" type="presParOf" srcId="{5E01C28C-9731-404C-B866-4976251BF8D5}" destId="{7DE25E1B-B518-4B58-BF16-725D2939D3E4}" srcOrd="2" destOrd="0" presId="urn:microsoft.com/office/officeart/2009/3/layout/RandomtoResult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B57EACE-9422-4DFC-BDD2-02810034EE76}" type="doc">
      <dgm:prSet loTypeId="urn:microsoft.com/office/officeart/2005/8/layout/arrow2" loCatId="process" qsTypeId="urn:microsoft.com/office/officeart/2005/8/quickstyle/simple5" qsCatId="simple" csTypeId="urn:microsoft.com/office/officeart/2005/8/colors/colorful3" csCatId="colorful" phldr="1"/>
      <dgm:spPr/>
      <dgm:t>
        <a:bodyPr/>
        <a:lstStyle/>
        <a:p>
          <a:endParaRPr lang="fr-FR"/>
        </a:p>
      </dgm:t>
    </dgm:pt>
    <dgm:pt modelId="{7FA3D34B-D4AC-4965-8137-C1B81B51305D}">
      <dgm:prSet phldrT="[Texte]"/>
      <dgm:spPr/>
      <dgm:t>
        <a:bodyPr/>
        <a:lstStyle/>
        <a:p>
          <a:r>
            <a:rPr lang="fr-FR" b="1" dirty="0">
              <a:latin typeface="Calibri Light" panose="020F0302020204030204" pitchFamily="34" charset="0"/>
              <a:cs typeface="Calibri Light" panose="020F0302020204030204" pitchFamily="34" charset="0"/>
            </a:rPr>
            <a:t>1. Minimal</a:t>
          </a:r>
        </a:p>
      </dgm:t>
    </dgm:pt>
    <dgm:pt modelId="{5A274DD4-29C8-45CC-99A3-8DCF8275F6C6}" type="parTrans" cxnId="{B28AF8E0-328E-4A10-A2D4-E96E4CAD7AA4}">
      <dgm:prSet/>
      <dgm:spPr/>
      <dgm:t>
        <a:bodyPr/>
        <a:lstStyle/>
        <a:p>
          <a:endParaRPr lang="fr-FR"/>
        </a:p>
      </dgm:t>
    </dgm:pt>
    <dgm:pt modelId="{699F7778-2E3E-4F04-B109-CDE303539011}" type="sibTrans" cxnId="{B28AF8E0-328E-4A10-A2D4-E96E4CAD7AA4}">
      <dgm:prSet/>
      <dgm:spPr/>
      <dgm:t>
        <a:bodyPr/>
        <a:lstStyle/>
        <a:p>
          <a:endParaRPr lang="fr-FR"/>
        </a:p>
      </dgm:t>
    </dgm:pt>
    <dgm:pt modelId="{62030870-FE90-4ADE-AAAA-6079B5DD2327}">
      <dgm:prSet phldrT="[Texte]"/>
      <dgm:spPr/>
      <dgm:t>
        <a:bodyPr/>
        <a:lstStyle/>
        <a:p>
          <a:r>
            <a:rPr lang="fr-FR" dirty="0">
              <a:latin typeface="Calibri Light" panose="020F0302020204030204" pitchFamily="34" charset="0"/>
              <a:cs typeface="Calibri Light" panose="020F0302020204030204" pitchFamily="34" charset="0"/>
            </a:rPr>
            <a:t>Objectif : gagner du temps</a:t>
          </a:r>
        </a:p>
      </dgm:t>
    </dgm:pt>
    <dgm:pt modelId="{84AC5A59-0C47-445D-8EB2-6271DDA7F9D4}" type="parTrans" cxnId="{C8A092DC-ECDD-4345-B85A-1B6980D84453}">
      <dgm:prSet/>
      <dgm:spPr/>
      <dgm:t>
        <a:bodyPr/>
        <a:lstStyle/>
        <a:p>
          <a:endParaRPr lang="fr-FR"/>
        </a:p>
      </dgm:t>
    </dgm:pt>
    <dgm:pt modelId="{65A2E151-5AA0-4200-8745-C7C6F8DA5C70}" type="sibTrans" cxnId="{C8A092DC-ECDD-4345-B85A-1B6980D84453}">
      <dgm:prSet/>
      <dgm:spPr/>
      <dgm:t>
        <a:bodyPr/>
        <a:lstStyle/>
        <a:p>
          <a:endParaRPr lang="fr-FR"/>
        </a:p>
      </dgm:t>
    </dgm:pt>
    <dgm:pt modelId="{0F800D7F-9DB3-492B-9A29-330714651C6C}">
      <dgm:prSet phldrT="[Texte]"/>
      <dgm:spPr/>
      <dgm:t>
        <a:bodyPr/>
        <a:lstStyle/>
        <a:p>
          <a:r>
            <a:rPr lang="fr-FR" b="1" dirty="0">
              <a:latin typeface="Calibri Light" panose="020F0302020204030204" pitchFamily="34" charset="0"/>
              <a:cs typeface="Calibri Light" panose="020F0302020204030204" pitchFamily="34" charset="0"/>
            </a:rPr>
            <a:t>3. Élevé</a:t>
          </a:r>
        </a:p>
      </dgm:t>
    </dgm:pt>
    <dgm:pt modelId="{F718A2FE-DFE6-4BFD-9B95-EB1255E98692}" type="parTrans" cxnId="{07991E3C-5F6C-4DD3-A54E-9910AF55F97D}">
      <dgm:prSet/>
      <dgm:spPr/>
      <dgm:t>
        <a:bodyPr/>
        <a:lstStyle/>
        <a:p>
          <a:endParaRPr lang="fr-FR"/>
        </a:p>
      </dgm:t>
    </dgm:pt>
    <dgm:pt modelId="{CF8061C9-7E8F-4004-AC88-95D078CE637E}" type="sibTrans" cxnId="{07991E3C-5F6C-4DD3-A54E-9910AF55F97D}">
      <dgm:prSet/>
      <dgm:spPr/>
      <dgm:t>
        <a:bodyPr/>
        <a:lstStyle/>
        <a:p>
          <a:endParaRPr lang="fr-FR"/>
        </a:p>
      </dgm:t>
    </dgm:pt>
    <dgm:pt modelId="{C478FC15-D92C-4761-AAC6-0F1B09BB0AC0}">
      <dgm:prSet phldrT="[Texte]"/>
      <dgm:spPr/>
      <dgm:t>
        <a:bodyPr/>
        <a:lstStyle/>
        <a:p>
          <a:r>
            <a:rPr lang="fr-FR" dirty="0">
              <a:latin typeface="Calibri Light" panose="020F0302020204030204" pitchFamily="34" charset="0"/>
              <a:cs typeface="Calibri Light" panose="020F0302020204030204" pitchFamily="34" charset="0"/>
            </a:rPr>
            <a:t>Objectif : gérer les risques courants et attaques ciblées</a:t>
          </a:r>
        </a:p>
      </dgm:t>
    </dgm:pt>
    <dgm:pt modelId="{63AF550F-D244-4AAB-8D82-E839FD213F2E}" type="parTrans" cxnId="{5B5D1FD2-502A-4BB5-874B-E675D67F292C}">
      <dgm:prSet/>
      <dgm:spPr/>
      <dgm:t>
        <a:bodyPr/>
        <a:lstStyle/>
        <a:p>
          <a:endParaRPr lang="fr-FR"/>
        </a:p>
      </dgm:t>
    </dgm:pt>
    <dgm:pt modelId="{45781950-20AF-4179-98CA-8F170CA6AE1E}" type="sibTrans" cxnId="{5B5D1FD2-502A-4BB5-874B-E675D67F292C}">
      <dgm:prSet/>
      <dgm:spPr/>
      <dgm:t>
        <a:bodyPr/>
        <a:lstStyle/>
        <a:p>
          <a:endParaRPr lang="fr-FR"/>
        </a:p>
      </dgm:t>
    </dgm:pt>
    <dgm:pt modelId="{E9B4A15B-1E8D-432E-93BE-1D2A2D14036B}">
      <dgm:prSet phldrT="[Texte]"/>
      <dgm:spPr/>
      <dgm:t>
        <a:bodyPr/>
        <a:lstStyle/>
        <a:p>
          <a:r>
            <a:rPr lang="fr-FR" b="1" dirty="0">
              <a:latin typeface="Calibri Light" panose="020F0302020204030204" pitchFamily="34" charset="0"/>
              <a:cs typeface="Calibri Light" panose="020F0302020204030204" pitchFamily="34" charset="0"/>
            </a:rPr>
            <a:t>2. Faible</a:t>
          </a:r>
        </a:p>
      </dgm:t>
    </dgm:pt>
    <dgm:pt modelId="{0325617C-E0AF-42BB-A770-97EA04B2E733}" type="parTrans" cxnId="{AC99D83F-54C3-4B3D-B53A-599DF97F7E2C}">
      <dgm:prSet/>
      <dgm:spPr/>
      <dgm:t>
        <a:bodyPr/>
        <a:lstStyle/>
        <a:p>
          <a:endParaRPr lang="fr-FR"/>
        </a:p>
      </dgm:t>
    </dgm:pt>
    <dgm:pt modelId="{9A98D2B9-1116-424C-974D-57E8C2533090}" type="sibTrans" cxnId="{AC99D83F-54C3-4B3D-B53A-599DF97F7E2C}">
      <dgm:prSet/>
      <dgm:spPr/>
      <dgm:t>
        <a:bodyPr/>
        <a:lstStyle/>
        <a:p>
          <a:endParaRPr lang="fr-FR"/>
        </a:p>
      </dgm:t>
    </dgm:pt>
    <dgm:pt modelId="{F99C8B6F-B945-4AEF-A522-87DEBE846439}">
      <dgm:prSet phldrT="[Texte]"/>
      <dgm:spPr/>
      <dgm:t>
        <a:bodyPr/>
        <a:lstStyle/>
        <a:p>
          <a:r>
            <a:rPr lang="fr-FR" dirty="0">
              <a:latin typeface="Calibri Light" panose="020F0302020204030204" pitchFamily="34" charset="0"/>
              <a:cs typeface="Calibri Light" panose="020F0302020204030204" pitchFamily="34" charset="0"/>
            </a:rPr>
            <a:t>Objectif : gérer les risques courants</a:t>
          </a:r>
        </a:p>
      </dgm:t>
    </dgm:pt>
    <dgm:pt modelId="{86F8969D-E0FC-4D1F-B7F7-4E4295E2E53D}" type="parTrans" cxnId="{EBC80FB3-E057-4033-950B-28B10A9713DA}">
      <dgm:prSet/>
      <dgm:spPr/>
      <dgm:t>
        <a:bodyPr/>
        <a:lstStyle/>
        <a:p>
          <a:endParaRPr lang="fr-FR"/>
        </a:p>
      </dgm:t>
    </dgm:pt>
    <dgm:pt modelId="{133DAF20-BA04-4266-BAA5-DEBFA792A29B}" type="sibTrans" cxnId="{EBC80FB3-E057-4033-950B-28B10A9713DA}">
      <dgm:prSet/>
      <dgm:spPr/>
      <dgm:t>
        <a:bodyPr/>
        <a:lstStyle/>
        <a:p>
          <a:endParaRPr lang="fr-FR"/>
        </a:p>
      </dgm:t>
    </dgm:pt>
    <dgm:pt modelId="{D7A975D9-8602-45D0-86C0-F92F704C2A1C}">
      <dgm:prSet phldrT="[Texte]"/>
      <dgm:spPr/>
      <dgm:t>
        <a:bodyPr/>
        <a:lstStyle/>
        <a:p>
          <a:r>
            <a:rPr lang="fr-FR" dirty="0">
              <a:latin typeface="Calibri Light" panose="020F0302020204030204" pitchFamily="34" charset="0"/>
              <a:cs typeface="Calibri Light" panose="020F0302020204030204" pitchFamily="34" charset="0"/>
            </a:rPr>
            <a:t>Approche par scénario (étude des risques liés aux données) conseillée</a:t>
          </a:r>
        </a:p>
      </dgm:t>
    </dgm:pt>
    <dgm:pt modelId="{42E7E37F-C806-478B-B365-BF0EE7D51402}" type="parTrans" cxnId="{3798EE11-DDCB-4780-8A3A-050CACBD1546}">
      <dgm:prSet/>
      <dgm:spPr/>
      <dgm:t>
        <a:bodyPr/>
        <a:lstStyle/>
        <a:p>
          <a:endParaRPr lang="fr-FR"/>
        </a:p>
      </dgm:t>
    </dgm:pt>
    <dgm:pt modelId="{1A288626-A03B-45AF-80DD-C0640F9F5E36}" type="sibTrans" cxnId="{3798EE11-DDCB-4780-8A3A-050CACBD1546}">
      <dgm:prSet/>
      <dgm:spPr/>
      <dgm:t>
        <a:bodyPr/>
        <a:lstStyle/>
        <a:p>
          <a:endParaRPr lang="fr-FR"/>
        </a:p>
      </dgm:t>
    </dgm:pt>
    <dgm:pt modelId="{F23C65AF-BB5F-405F-B3C3-5F05964C5E85}">
      <dgm:prSet phldrT="[Texte]"/>
      <dgm:spPr/>
      <dgm:t>
        <a:bodyPr/>
        <a:lstStyle/>
        <a:p>
          <a:r>
            <a:rPr lang="fr-FR" dirty="0">
              <a:latin typeface="Calibri Light" panose="020F0302020204030204" pitchFamily="34" charset="0"/>
              <a:cs typeface="Calibri Light" panose="020F0302020204030204" pitchFamily="34" charset="0"/>
            </a:rPr>
            <a:t>Approche par conformité (comparaison aux bonnes pratiques) conseillée</a:t>
          </a:r>
        </a:p>
      </dgm:t>
    </dgm:pt>
    <dgm:pt modelId="{86C9591B-74CC-42D7-8D5A-85BF61655AE6}" type="parTrans" cxnId="{50093AEF-4F3C-44C8-89A1-4DC2EF1B588B}">
      <dgm:prSet/>
      <dgm:spPr/>
      <dgm:t>
        <a:bodyPr/>
        <a:lstStyle/>
        <a:p>
          <a:endParaRPr lang="fr-FR"/>
        </a:p>
      </dgm:t>
    </dgm:pt>
    <dgm:pt modelId="{28F9C9B1-CEF9-402A-990B-079C7D62B374}" type="sibTrans" cxnId="{50093AEF-4F3C-44C8-89A1-4DC2EF1B588B}">
      <dgm:prSet/>
      <dgm:spPr/>
      <dgm:t>
        <a:bodyPr/>
        <a:lstStyle/>
        <a:p>
          <a:endParaRPr lang="fr-FR"/>
        </a:p>
      </dgm:t>
    </dgm:pt>
    <dgm:pt modelId="{80F8270B-634E-41C3-8802-BAEED31085BC}">
      <dgm:prSet phldrT="[Texte]"/>
      <dgm:spPr/>
      <dgm:t>
        <a:bodyPr/>
        <a:lstStyle/>
        <a:p>
          <a:r>
            <a:rPr lang="fr-FR" dirty="0">
              <a:latin typeface="Calibri Light" panose="020F0302020204030204" pitchFamily="34" charset="0"/>
              <a:cs typeface="Calibri Light" panose="020F0302020204030204" pitchFamily="34" charset="0"/>
            </a:rPr>
            <a:t>Approche par conformité</a:t>
          </a:r>
        </a:p>
      </dgm:t>
    </dgm:pt>
    <dgm:pt modelId="{1C9FCE71-0B86-4031-A013-48708BBB2528}" type="parTrans" cxnId="{F6435990-1E12-42A6-A330-30F8F5D63CCB}">
      <dgm:prSet/>
      <dgm:spPr/>
      <dgm:t>
        <a:bodyPr/>
        <a:lstStyle/>
        <a:p>
          <a:endParaRPr lang="fr-FR"/>
        </a:p>
      </dgm:t>
    </dgm:pt>
    <dgm:pt modelId="{A5A673C4-FC17-4736-BAA8-EF55BE7A70E4}" type="sibTrans" cxnId="{F6435990-1E12-42A6-A330-30F8F5D63CCB}">
      <dgm:prSet/>
      <dgm:spPr/>
      <dgm:t>
        <a:bodyPr/>
        <a:lstStyle/>
        <a:p>
          <a:endParaRPr lang="fr-FR"/>
        </a:p>
      </dgm:t>
    </dgm:pt>
    <dgm:pt modelId="{BB4A8080-FFEA-4770-8C5C-D29B5318242C}">
      <dgm:prSet phldrT="[Texte]"/>
      <dgm:spPr/>
      <dgm:t>
        <a:bodyPr/>
        <a:lstStyle/>
        <a:p>
          <a:r>
            <a:rPr lang="fr-FR" b="1" dirty="0">
              <a:latin typeface="Calibri Light" panose="020F0302020204030204" pitchFamily="34" charset="0"/>
              <a:cs typeface="Calibri Light" panose="020F0302020204030204" pitchFamily="34" charset="0"/>
            </a:rPr>
            <a:t>4. Maximal</a:t>
          </a:r>
        </a:p>
      </dgm:t>
    </dgm:pt>
    <dgm:pt modelId="{B0CF1A6A-9A1F-4470-B9DC-548A77337A88}" type="parTrans" cxnId="{F723E323-F144-4CC4-9F36-D04D26B897C6}">
      <dgm:prSet/>
      <dgm:spPr/>
      <dgm:t>
        <a:bodyPr/>
        <a:lstStyle/>
        <a:p>
          <a:endParaRPr lang="fr-FR"/>
        </a:p>
      </dgm:t>
    </dgm:pt>
    <dgm:pt modelId="{0F553A1E-3857-4463-BA2C-2456091E9F50}" type="sibTrans" cxnId="{F723E323-F144-4CC4-9F36-D04D26B897C6}">
      <dgm:prSet/>
      <dgm:spPr/>
      <dgm:t>
        <a:bodyPr/>
        <a:lstStyle/>
        <a:p>
          <a:endParaRPr lang="fr-FR"/>
        </a:p>
      </dgm:t>
    </dgm:pt>
    <dgm:pt modelId="{EB6CCF4E-1F19-4DED-9DF6-154C84133704}">
      <dgm:prSet phldrT="[Texte]"/>
      <dgm:spPr/>
      <dgm:t>
        <a:bodyPr/>
        <a:lstStyle/>
        <a:p>
          <a:r>
            <a:rPr lang="fr-FR" dirty="0">
              <a:latin typeface="Calibri Light" panose="020F0302020204030204" pitchFamily="34" charset="0"/>
              <a:cs typeface="Calibri Light" panose="020F0302020204030204" pitchFamily="34" charset="0"/>
            </a:rPr>
            <a:t>Objectif : gérer les risques courants et attaques ciblées</a:t>
          </a:r>
        </a:p>
      </dgm:t>
    </dgm:pt>
    <dgm:pt modelId="{E8635993-B4DB-40E8-B401-AD22EDDF3456}" type="parTrans" cxnId="{8F8BB911-8209-4829-A3F1-5C86E64F8B4A}">
      <dgm:prSet/>
      <dgm:spPr/>
      <dgm:t>
        <a:bodyPr/>
        <a:lstStyle/>
        <a:p>
          <a:endParaRPr lang="fr-FR"/>
        </a:p>
      </dgm:t>
    </dgm:pt>
    <dgm:pt modelId="{8ADCC2B2-8F98-416C-A955-02FAFD81F2A6}" type="sibTrans" cxnId="{8F8BB911-8209-4829-A3F1-5C86E64F8B4A}">
      <dgm:prSet/>
      <dgm:spPr/>
      <dgm:t>
        <a:bodyPr/>
        <a:lstStyle/>
        <a:p>
          <a:endParaRPr lang="fr-FR"/>
        </a:p>
      </dgm:t>
    </dgm:pt>
    <dgm:pt modelId="{7EA10494-F02B-4BC5-AABA-E6D3BEA2EB12}">
      <dgm:prSet phldrT="[Texte]"/>
      <dgm:spPr/>
      <dgm:t>
        <a:bodyPr/>
        <a:lstStyle/>
        <a:p>
          <a:r>
            <a:rPr lang="fr-FR" dirty="0">
              <a:latin typeface="Calibri Light" panose="020F0302020204030204" pitchFamily="34" charset="0"/>
              <a:cs typeface="Calibri Light" panose="020F0302020204030204" pitchFamily="34" charset="0"/>
            </a:rPr>
            <a:t>Approche par scénarios</a:t>
          </a:r>
        </a:p>
      </dgm:t>
    </dgm:pt>
    <dgm:pt modelId="{4310D757-B111-4D97-9B83-35F39C18C7EA}" type="parTrans" cxnId="{349E9379-C7E5-4ACF-A9DD-A1BC80A7A2A8}">
      <dgm:prSet/>
      <dgm:spPr/>
      <dgm:t>
        <a:bodyPr/>
        <a:lstStyle/>
        <a:p>
          <a:endParaRPr lang="fr-FR"/>
        </a:p>
      </dgm:t>
    </dgm:pt>
    <dgm:pt modelId="{177A431B-3835-4684-8EB7-E6DE1F89A565}" type="sibTrans" cxnId="{349E9379-C7E5-4ACF-A9DD-A1BC80A7A2A8}">
      <dgm:prSet/>
      <dgm:spPr/>
      <dgm:t>
        <a:bodyPr/>
        <a:lstStyle/>
        <a:p>
          <a:endParaRPr lang="fr-FR"/>
        </a:p>
      </dgm:t>
    </dgm:pt>
    <dgm:pt modelId="{CDF87542-E632-4F40-86BB-C0A1B919959C}">
      <dgm:prSet phldrT="[Texte]"/>
      <dgm:spPr/>
      <dgm:t>
        <a:bodyPr/>
        <a:lstStyle/>
        <a:p>
          <a:r>
            <a:rPr lang="fr-FR" dirty="0">
              <a:latin typeface="Calibri Light" panose="020F0302020204030204" pitchFamily="34" charset="0"/>
              <a:cs typeface="Calibri Light" panose="020F0302020204030204" pitchFamily="34" charset="0"/>
            </a:rPr>
            <a:t>Pas d’action particulière</a:t>
          </a:r>
        </a:p>
      </dgm:t>
    </dgm:pt>
    <dgm:pt modelId="{F32935DA-6913-4254-843D-D2567E1F8919}" type="parTrans" cxnId="{469E4852-4C7F-4363-AD0F-36A33887ED11}">
      <dgm:prSet/>
      <dgm:spPr/>
      <dgm:t>
        <a:bodyPr/>
        <a:lstStyle/>
        <a:p>
          <a:endParaRPr lang="fr-FR"/>
        </a:p>
      </dgm:t>
    </dgm:pt>
    <dgm:pt modelId="{95352582-BBCF-4D37-936F-68A1E315E664}" type="sibTrans" cxnId="{469E4852-4C7F-4363-AD0F-36A33887ED11}">
      <dgm:prSet/>
      <dgm:spPr/>
      <dgm:t>
        <a:bodyPr/>
        <a:lstStyle/>
        <a:p>
          <a:endParaRPr lang="fr-FR"/>
        </a:p>
      </dgm:t>
    </dgm:pt>
    <dgm:pt modelId="{F1B37EF8-4624-4130-8A69-B7F3274842B9}">
      <dgm:prSet phldrT="[Texte]"/>
      <dgm:spPr/>
      <dgm:t>
        <a:bodyPr/>
        <a:lstStyle/>
        <a:p>
          <a:r>
            <a:rPr lang="fr-FR" dirty="0">
              <a:latin typeface="Calibri Light" panose="020F0302020204030204" pitchFamily="34" charset="0"/>
              <a:cs typeface="Calibri Light" panose="020F0302020204030204" pitchFamily="34" charset="0"/>
            </a:rPr>
            <a:t>Approche par conformité</a:t>
          </a:r>
        </a:p>
      </dgm:t>
    </dgm:pt>
    <dgm:pt modelId="{A4B517D6-4F3E-4DB3-85D7-817B9F83C986}" type="parTrans" cxnId="{CCB4CF3A-66FE-431C-BE78-D25A0A1EE70E}">
      <dgm:prSet/>
      <dgm:spPr/>
      <dgm:t>
        <a:bodyPr/>
        <a:lstStyle/>
        <a:p>
          <a:endParaRPr lang="fr-FR"/>
        </a:p>
      </dgm:t>
    </dgm:pt>
    <dgm:pt modelId="{24DD4B4D-4738-4933-BF4A-2A97FF7639AE}" type="sibTrans" cxnId="{CCB4CF3A-66FE-431C-BE78-D25A0A1EE70E}">
      <dgm:prSet/>
      <dgm:spPr/>
      <dgm:t>
        <a:bodyPr/>
        <a:lstStyle/>
        <a:p>
          <a:endParaRPr lang="fr-FR"/>
        </a:p>
      </dgm:t>
    </dgm:pt>
    <dgm:pt modelId="{F90CED16-5733-4203-8C69-CCF2E1F8B711}" type="pres">
      <dgm:prSet presAssocID="{6B57EACE-9422-4DFC-BDD2-02810034EE76}" presName="arrowDiagram" presStyleCnt="0">
        <dgm:presLayoutVars>
          <dgm:chMax val="5"/>
          <dgm:dir/>
          <dgm:resizeHandles val="exact"/>
        </dgm:presLayoutVars>
      </dgm:prSet>
      <dgm:spPr/>
    </dgm:pt>
    <dgm:pt modelId="{6A5B896B-867C-4B58-B92B-AD73A39D6D4E}" type="pres">
      <dgm:prSet presAssocID="{6B57EACE-9422-4DFC-BDD2-02810034EE76}" presName="arrow" presStyleLbl="bgShp" presStyleIdx="0" presStyleCnt="1"/>
      <dgm:spPr/>
    </dgm:pt>
    <dgm:pt modelId="{2CE77219-F633-41E4-A4E6-D10480841591}" type="pres">
      <dgm:prSet presAssocID="{6B57EACE-9422-4DFC-BDD2-02810034EE76}" presName="arrowDiagram4" presStyleCnt="0"/>
      <dgm:spPr/>
    </dgm:pt>
    <dgm:pt modelId="{35ACCC7D-4407-4AF5-9CA7-AE471BF6E5BE}" type="pres">
      <dgm:prSet presAssocID="{7FA3D34B-D4AC-4965-8137-C1B81B51305D}" presName="bullet4a" presStyleLbl="node1" presStyleIdx="0" presStyleCnt="4"/>
      <dgm:spPr/>
    </dgm:pt>
    <dgm:pt modelId="{2870565E-8605-476F-8978-1EAFD4F82534}" type="pres">
      <dgm:prSet presAssocID="{7FA3D34B-D4AC-4965-8137-C1B81B51305D}" presName="textBox4a" presStyleLbl="revTx" presStyleIdx="0" presStyleCnt="4" custLinFactNeighborX="10241" custLinFactNeighborY="-10792">
        <dgm:presLayoutVars>
          <dgm:bulletEnabled val="1"/>
        </dgm:presLayoutVars>
      </dgm:prSet>
      <dgm:spPr/>
    </dgm:pt>
    <dgm:pt modelId="{2322C765-BB4D-46AA-91E5-8CA321C5531E}" type="pres">
      <dgm:prSet presAssocID="{E9B4A15B-1E8D-432E-93BE-1D2A2D14036B}" presName="bullet4b" presStyleLbl="node1" presStyleIdx="1" presStyleCnt="4"/>
      <dgm:spPr/>
    </dgm:pt>
    <dgm:pt modelId="{D28A0FEC-D184-45C5-9321-01C778F25B3B}" type="pres">
      <dgm:prSet presAssocID="{E9B4A15B-1E8D-432E-93BE-1D2A2D14036B}" presName="textBox4b" presStyleLbl="revTx" presStyleIdx="1" presStyleCnt="4" custLinFactNeighborX="10895" custLinFactNeighborY="-8686">
        <dgm:presLayoutVars>
          <dgm:bulletEnabled val="1"/>
        </dgm:presLayoutVars>
      </dgm:prSet>
      <dgm:spPr/>
    </dgm:pt>
    <dgm:pt modelId="{3EF14564-2C30-4D53-AEFB-D5CA7C1116E7}" type="pres">
      <dgm:prSet presAssocID="{0F800D7F-9DB3-492B-9A29-330714651C6C}" presName="bullet4c" presStyleLbl="node1" presStyleIdx="2" presStyleCnt="4"/>
      <dgm:spPr/>
    </dgm:pt>
    <dgm:pt modelId="{EB549E8C-9D52-4B0C-993C-D0FF82A014B3}" type="pres">
      <dgm:prSet presAssocID="{0F800D7F-9DB3-492B-9A29-330714651C6C}" presName="textBox4c" presStyleLbl="revTx" presStyleIdx="2" presStyleCnt="4" custLinFactNeighborX="5161" custLinFactNeighborY="-2188">
        <dgm:presLayoutVars>
          <dgm:bulletEnabled val="1"/>
        </dgm:presLayoutVars>
      </dgm:prSet>
      <dgm:spPr/>
    </dgm:pt>
    <dgm:pt modelId="{542A4B96-AEEA-4117-9587-D2706622247C}" type="pres">
      <dgm:prSet presAssocID="{BB4A8080-FFEA-4770-8C5C-D29B5318242C}" presName="bullet4d" presStyleLbl="node1" presStyleIdx="3" presStyleCnt="4"/>
      <dgm:spPr/>
    </dgm:pt>
    <dgm:pt modelId="{0FD526A0-F170-406C-B84E-202C7B2BAE9D}" type="pres">
      <dgm:prSet presAssocID="{BB4A8080-FFEA-4770-8C5C-D29B5318242C}" presName="textBox4d" presStyleLbl="revTx" presStyleIdx="3" presStyleCnt="4" custLinFactNeighborX="5559" custLinFactNeighborY="-3908">
        <dgm:presLayoutVars>
          <dgm:bulletEnabled val="1"/>
        </dgm:presLayoutVars>
      </dgm:prSet>
      <dgm:spPr/>
    </dgm:pt>
  </dgm:ptLst>
  <dgm:cxnLst>
    <dgm:cxn modelId="{D6368B05-C413-4F7A-8C33-545284328CE0}" type="presOf" srcId="{BB4A8080-FFEA-4770-8C5C-D29B5318242C}" destId="{0FD526A0-F170-406C-B84E-202C7B2BAE9D}" srcOrd="0" destOrd="0" presId="urn:microsoft.com/office/officeart/2005/8/layout/arrow2"/>
    <dgm:cxn modelId="{9707810A-1056-43A5-A39C-A67A37DCBC5D}" type="presOf" srcId="{E9B4A15B-1E8D-432E-93BE-1D2A2D14036B}" destId="{D28A0FEC-D184-45C5-9321-01C778F25B3B}" srcOrd="0" destOrd="0" presId="urn:microsoft.com/office/officeart/2005/8/layout/arrow2"/>
    <dgm:cxn modelId="{8F8BB911-8209-4829-A3F1-5C86E64F8B4A}" srcId="{BB4A8080-FFEA-4770-8C5C-D29B5318242C}" destId="{EB6CCF4E-1F19-4DED-9DF6-154C84133704}" srcOrd="0" destOrd="0" parTransId="{E8635993-B4DB-40E8-B401-AD22EDDF3456}" sibTransId="{8ADCC2B2-8F98-416C-A955-02FAFD81F2A6}"/>
    <dgm:cxn modelId="{3798EE11-DDCB-4780-8A3A-050CACBD1546}" srcId="{0F800D7F-9DB3-492B-9A29-330714651C6C}" destId="{D7A975D9-8602-45D0-86C0-F92F704C2A1C}" srcOrd="2" destOrd="0" parTransId="{42E7E37F-C806-478B-B365-BF0EE7D51402}" sibTransId="{1A288626-A03B-45AF-80DD-C0640F9F5E36}"/>
    <dgm:cxn modelId="{85D1201E-BB04-4A7B-80A5-00BC69E449E3}" type="presOf" srcId="{6B57EACE-9422-4DFC-BDD2-02810034EE76}" destId="{F90CED16-5733-4203-8C69-CCF2E1F8B711}" srcOrd="0" destOrd="0" presId="urn:microsoft.com/office/officeart/2005/8/layout/arrow2"/>
    <dgm:cxn modelId="{E5746E23-B13E-46CC-A23D-D9DEEC326CA1}" type="presOf" srcId="{F1B37EF8-4624-4130-8A69-B7F3274842B9}" destId="{0FD526A0-F170-406C-B84E-202C7B2BAE9D}" srcOrd="0" destOrd="2" presId="urn:microsoft.com/office/officeart/2005/8/layout/arrow2"/>
    <dgm:cxn modelId="{F723E323-F144-4CC4-9F36-D04D26B897C6}" srcId="{6B57EACE-9422-4DFC-BDD2-02810034EE76}" destId="{BB4A8080-FFEA-4770-8C5C-D29B5318242C}" srcOrd="3" destOrd="0" parTransId="{B0CF1A6A-9A1F-4470-B9DC-548A77337A88}" sibTransId="{0F553A1E-3857-4463-BA2C-2456091E9F50}"/>
    <dgm:cxn modelId="{9B170832-41EB-4195-BA6F-D23DD0206530}" type="presOf" srcId="{EB6CCF4E-1F19-4DED-9DF6-154C84133704}" destId="{0FD526A0-F170-406C-B84E-202C7B2BAE9D}" srcOrd="0" destOrd="1" presId="urn:microsoft.com/office/officeart/2005/8/layout/arrow2"/>
    <dgm:cxn modelId="{FDC2493A-C83D-450A-BF48-1D240EED3212}" type="presOf" srcId="{CDF87542-E632-4F40-86BB-C0A1B919959C}" destId="{2870565E-8605-476F-8978-1EAFD4F82534}" srcOrd="0" destOrd="2" presId="urn:microsoft.com/office/officeart/2005/8/layout/arrow2"/>
    <dgm:cxn modelId="{CCB4CF3A-66FE-431C-BE78-D25A0A1EE70E}" srcId="{BB4A8080-FFEA-4770-8C5C-D29B5318242C}" destId="{F1B37EF8-4624-4130-8A69-B7F3274842B9}" srcOrd="1" destOrd="0" parTransId="{A4B517D6-4F3E-4DB3-85D7-817B9F83C986}" sibTransId="{24DD4B4D-4738-4933-BF4A-2A97FF7639AE}"/>
    <dgm:cxn modelId="{07991E3C-5F6C-4DD3-A54E-9910AF55F97D}" srcId="{6B57EACE-9422-4DFC-BDD2-02810034EE76}" destId="{0F800D7F-9DB3-492B-9A29-330714651C6C}" srcOrd="2" destOrd="0" parTransId="{F718A2FE-DFE6-4BFD-9B95-EB1255E98692}" sibTransId="{CF8061C9-7E8F-4004-AC88-95D078CE637E}"/>
    <dgm:cxn modelId="{AC99D83F-54C3-4B3D-B53A-599DF97F7E2C}" srcId="{6B57EACE-9422-4DFC-BDD2-02810034EE76}" destId="{E9B4A15B-1E8D-432E-93BE-1D2A2D14036B}" srcOrd="1" destOrd="0" parTransId="{0325617C-E0AF-42BB-A770-97EA04B2E733}" sibTransId="{9A98D2B9-1116-424C-974D-57E8C2533090}"/>
    <dgm:cxn modelId="{A2512E61-5122-4DD4-9ED4-927B604F6E3C}" type="presOf" srcId="{7EA10494-F02B-4BC5-AABA-E6D3BEA2EB12}" destId="{0FD526A0-F170-406C-B84E-202C7B2BAE9D}" srcOrd="0" destOrd="3" presId="urn:microsoft.com/office/officeart/2005/8/layout/arrow2"/>
    <dgm:cxn modelId="{56A9674B-DCE5-4E41-B532-F23951C7D9F9}" type="presOf" srcId="{80F8270B-634E-41C3-8802-BAEED31085BC}" destId="{EB549E8C-9D52-4B0C-993C-D0FF82A014B3}" srcOrd="0" destOrd="2" presId="urn:microsoft.com/office/officeart/2005/8/layout/arrow2"/>
    <dgm:cxn modelId="{453D7270-685D-4837-82DC-A3709588D099}" type="presOf" srcId="{7FA3D34B-D4AC-4965-8137-C1B81B51305D}" destId="{2870565E-8605-476F-8978-1EAFD4F82534}" srcOrd="0" destOrd="0" presId="urn:microsoft.com/office/officeart/2005/8/layout/arrow2"/>
    <dgm:cxn modelId="{469E4852-4C7F-4363-AD0F-36A33887ED11}" srcId="{7FA3D34B-D4AC-4965-8137-C1B81B51305D}" destId="{CDF87542-E632-4F40-86BB-C0A1B919959C}" srcOrd="1" destOrd="0" parTransId="{F32935DA-6913-4254-843D-D2567E1F8919}" sibTransId="{95352582-BBCF-4D37-936F-68A1E315E664}"/>
    <dgm:cxn modelId="{349E9379-C7E5-4ACF-A9DD-A1BC80A7A2A8}" srcId="{BB4A8080-FFEA-4770-8C5C-D29B5318242C}" destId="{7EA10494-F02B-4BC5-AABA-E6D3BEA2EB12}" srcOrd="2" destOrd="0" parTransId="{4310D757-B111-4D97-9B83-35F39C18C7EA}" sibTransId="{177A431B-3835-4684-8EB7-E6DE1F89A565}"/>
    <dgm:cxn modelId="{F6435990-1E12-42A6-A330-30F8F5D63CCB}" srcId="{0F800D7F-9DB3-492B-9A29-330714651C6C}" destId="{80F8270B-634E-41C3-8802-BAEED31085BC}" srcOrd="1" destOrd="0" parTransId="{1C9FCE71-0B86-4031-A013-48708BBB2528}" sibTransId="{A5A673C4-FC17-4736-BAA8-EF55BE7A70E4}"/>
    <dgm:cxn modelId="{EBC80FB3-E057-4033-950B-28B10A9713DA}" srcId="{E9B4A15B-1E8D-432E-93BE-1D2A2D14036B}" destId="{F99C8B6F-B945-4AEF-A522-87DEBE846439}" srcOrd="0" destOrd="0" parTransId="{86F8969D-E0FC-4D1F-B7F7-4E4295E2E53D}" sibTransId="{133DAF20-BA04-4266-BAA5-DEBFA792A29B}"/>
    <dgm:cxn modelId="{9207F4BF-E464-4591-8200-DD1BD5B1442E}" type="presOf" srcId="{F23C65AF-BB5F-405F-B3C3-5F05964C5E85}" destId="{D28A0FEC-D184-45C5-9321-01C778F25B3B}" srcOrd="0" destOrd="2" presId="urn:microsoft.com/office/officeart/2005/8/layout/arrow2"/>
    <dgm:cxn modelId="{5B5D1FD2-502A-4BB5-874B-E675D67F292C}" srcId="{0F800D7F-9DB3-492B-9A29-330714651C6C}" destId="{C478FC15-D92C-4761-AAC6-0F1B09BB0AC0}" srcOrd="0" destOrd="0" parTransId="{63AF550F-D244-4AAB-8D82-E839FD213F2E}" sibTransId="{45781950-20AF-4179-98CA-8F170CA6AE1E}"/>
    <dgm:cxn modelId="{2388B2D7-5420-4E0B-BB89-5BE88AE7BC31}" type="presOf" srcId="{62030870-FE90-4ADE-AAAA-6079B5DD2327}" destId="{2870565E-8605-476F-8978-1EAFD4F82534}" srcOrd="0" destOrd="1" presId="urn:microsoft.com/office/officeart/2005/8/layout/arrow2"/>
    <dgm:cxn modelId="{A5C73ADA-5718-495A-862E-BA4A0CACCDE2}" type="presOf" srcId="{0F800D7F-9DB3-492B-9A29-330714651C6C}" destId="{EB549E8C-9D52-4B0C-993C-D0FF82A014B3}" srcOrd="0" destOrd="0" presId="urn:microsoft.com/office/officeart/2005/8/layout/arrow2"/>
    <dgm:cxn modelId="{C8A092DC-ECDD-4345-B85A-1B6980D84453}" srcId="{7FA3D34B-D4AC-4965-8137-C1B81B51305D}" destId="{62030870-FE90-4ADE-AAAA-6079B5DD2327}" srcOrd="0" destOrd="0" parTransId="{84AC5A59-0C47-445D-8EB2-6271DDA7F9D4}" sibTransId="{65A2E151-5AA0-4200-8745-C7C6F8DA5C70}"/>
    <dgm:cxn modelId="{B28AF8E0-328E-4A10-A2D4-E96E4CAD7AA4}" srcId="{6B57EACE-9422-4DFC-BDD2-02810034EE76}" destId="{7FA3D34B-D4AC-4965-8137-C1B81B51305D}" srcOrd="0" destOrd="0" parTransId="{5A274DD4-29C8-45CC-99A3-8DCF8275F6C6}" sibTransId="{699F7778-2E3E-4F04-B109-CDE303539011}"/>
    <dgm:cxn modelId="{7C84C7E4-E0B1-40E8-B434-30E4435852DC}" type="presOf" srcId="{F99C8B6F-B945-4AEF-A522-87DEBE846439}" destId="{D28A0FEC-D184-45C5-9321-01C778F25B3B}" srcOrd="0" destOrd="1" presId="urn:microsoft.com/office/officeart/2005/8/layout/arrow2"/>
    <dgm:cxn modelId="{C66F2BEF-FCB6-4BBE-83EC-9CA7B8ECB5A1}" type="presOf" srcId="{D7A975D9-8602-45D0-86C0-F92F704C2A1C}" destId="{EB549E8C-9D52-4B0C-993C-D0FF82A014B3}" srcOrd="0" destOrd="3" presId="urn:microsoft.com/office/officeart/2005/8/layout/arrow2"/>
    <dgm:cxn modelId="{50093AEF-4F3C-44C8-89A1-4DC2EF1B588B}" srcId="{E9B4A15B-1E8D-432E-93BE-1D2A2D14036B}" destId="{F23C65AF-BB5F-405F-B3C3-5F05964C5E85}" srcOrd="1" destOrd="0" parTransId="{86C9591B-74CC-42D7-8D5A-85BF61655AE6}" sibTransId="{28F9C9B1-CEF9-402A-990B-079C7D62B374}"/>
    <dgm:cxn modelId="{7D18A7FF-C0C8-43EE-B71C-CF75D7061343}" type="presOf" srcId="{C478FC15-D92C-4761-AAC6-0F1B09BB0AC0}" destId="{EB549E8C-9D52-4B0C-993C-D0FF82A014B3}" srcOrd="0" destOrd="1" presId="urn:microsoft.com/office/officeart/2005/8/layout/arrow2"/>
    <dgm:cxn modelId="{FF4AD2FF-479F-4810-9933-B6E48068860C}" type="presParOf" srcId="{F90CED16-5733-4203-8C69-CCF2E1F8B711}" destId="{6A5B896B-867C-4B58-B92B-AD73A39D6D4E}" srcOrd="0" destOrd="0" presId="urn:microsoft.com/office/officeart/2005/8/layout/arrow2"/>
    <dgm:cxn modelId="{6C838F8F-E745-44D9-AFC1-18FE4469FFF3}" type="presParOf" srcId="{F90CED16-5733-4203-8C69-CCF2E1F8B711}" destId="{2CE77219-F633-41E4-A4E6-D10480841591}" srcOrd="1" destOrd="0" presId="urn:microsoft.com/office/officeart/2005/8/layout/arrow2"/>
    <dgm:cxn modelId="{EBD30B31-A7C1-447C-8DA1-E0F8CC2AD3C0}" type="presParOf" srcId="{2CE77219-F633-41E4-A4E6-D10480841591}" destId="{35ACCC7D-4407-4AF5-9CA7-AE471BF6E5BE}" srcOrd="0" destOrd="0" presId="urn:microsoft.com/office/officeart/2005/8/layout/arrow2"/>
    <dgm:cxn modelId="{EDF657A2-CE12-4EE6-85BF-A6581934166E}" type="presParOf" srcId="{2CE77219-F633-41E4-A4E6-D10480841591}" destId="{2870565E-8605-476F-8978-1EAFD4F82534}" srcOrd="1" destOrd="0" presId="urn:microsoft.com/office/officeart/2005/8/layout/arrow2"/>
    <dgm:cxn modelId="{4C2ED4FA-42BE-4CB4-BBAB-8152E7D34B43}" type="presParOf" srcId="{2CE77219-F633-41E4-A4E6-D10480841591}" destId="{2322C765-BB4D-46AA-91E5-8CA321C5531E}" srcOrd="2" destOrd="0" presId="urn:microsoft.com/office/officeart/2005/8/layout/arrow2"/>
    <dgm:cxn modelId="{34B1AA48-BCC1-45BB-BD06-C6F790D89638}" type="presParOf" srcId="{2CE77219-F633-41E4-A4E6-D10480841591}" destId="{D28A0FEC-D184-45C5-9321-01C778F25B3B}" srcOrd="3" destOrd="0" presId="urn:microsoft.com/office/officeart/2005/8/layout/arrow2"/>
    <dgm:cxn modelId="{5C382B37-4F15-4B22-BBA9-4F0B9000BE7D}" type="presParOf" srcId="{2CE77219-F633-41E4-A4E6-D10480841591}" destId="{3EF14564-2C30-4D53-AEFB-D5CA7C1116E7}" srcOrd="4" destOrd="0" presId="urn:microsoft.com/office/officeart/2005/8/layout/arrow2"/>
    <dgm:cxn modelId="{38C5A3B1-D66D-459B-BB0A-911911306484}" type="presParOf" srcId="{2CE77219-F633-41E4-A4E6-D10480841591}" destId="{EB549E8C-9D52-4B0C-993C-D0FF82A014B3}" srcOrd="5" destOrd="0" presId="urn:microsoft.com/office/officeart/2005/8/layout/arrow2"/>
    <dgm:cxn modelId="{34B2E204-B0CD-4137-9E99-4CE7F3C58C72}" type="presParOf" srcId="{2CE77219-F633-41E4-A4E6-D10480841591}" destId="{542A4B96-AEEA-4117-9587-D2706622247C}" srcOrd="6" destOrd="0" presId="urn:microsoft.com/office/officeart/2005/8/layout/arrow2"/>
    <dgm:cxn modelId="{F023AA19-7FBE-4015-8C29-9D329AD4163D}" type="presParOf" srcId="{2CE77219-F633-41E4-A4E6-D10480841591}" destId="{0FD526A0-F170-406C-B84E-202C7B2BAE9D}" srcOrd="7" destOrd="0" presId="urn:microsoft.com/office/officeart/2005/8/layout/arrow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654A0D2-0B23-4DC3-8490-452F25C5C16D}" type="doc">
      <dgm:prSet loTypeId="urn:microsoft.com/office/officeart/2005/8/layout/hList7" loCatId="picture" qsTypeId="urn:microsoft.com/office/officeart/2005/8/quickstyle/simple1" qsCatId="simple" csTypeId="urn:microsoft.com/office/officeart/2005/8/colors/accent0_1" csCatId="mainScheme" phldr="1"/>
      <dgm:spPr/>
      <dgm:t>
        <a:bodyPr/>
        <a:lstStyle/>
        <a:p>
          <a:endParaRPr lang="fr-FR"/>
        </a:p>
      </dgm:t>
    </dgm:pt>
    <dgm:pt modelId="{DF0C8B60-E593-44C8-BA70-1DD7199B5883}">
      <dgm:prSet phldrT="[Texte]"/>
      <dgm:spPr/>
      <dgm:t>
        <a:bodyPr/>
        <a:lstStyle/>
        <a:p>
          <a:r>
            <a:rPr lang="fr-FR" dirty="0">
              <a:latin typeface="Calibri Light" panose="020F0302020204030204" pitchFamily="34" charset="0"/>
              <a:ea typeface="Calibri Light" panose="020F0302020204030204" pitchFamily="34" charset="0"/>
              <a:cs typeface="Calibri Light" panose="020F0302020204030204" pitchFamily="34" charset="0"/>
            </a:rPr>
            <a:t>Conséquences potentielles sur l’organisme</a:t>
          </a:r>
        </a:p>
        <a:p>
          <a:r>
            <a:rPr lang="fr-FR" dirty="0">
              <a:latin typeface="Calibri Light" panose="020F0302020204030204" pitchFamily="34" charset="0"/>
              <a:ea typeface="Calibri Light" panose="020F0302020204030204" pitchFamily="34" charset="0"/>
              <a:cs typeface="Calibri Light" panose="020F0302020204030204" pitchFamily="34" charset="0"/>
            </a:rPr>
            <a:t>(</a:t>
          </a:r>
          <a:r>
            <a:rPr lang="fr-FR" dirty="0">
              <a:latin typeface="Calibri Light" panose="020F0302020204030204" pitchFamily="34" charset="0"/>
              <a:cs typeface="Calibri Light" panose="020F0302020204030204" pitchFamily="34" charset="0"/>
            </a:rPr>
            <a:t>cf. [EBIOS </a:t>
          </a:r>
          <a:r>
            <a:rPr lang="fr-FR" i="1" dirty="0">
              <a:latin typeface="Calibri Light" panose="020F0302020204030204" pitchFamily="34" charset="0"/>
              <a:cs typeface="Calibri Light" panose="020F0302020204030204" pitchFamily="34" charset="0"/>
            </a:rPr>
            <a:t>Risk Manager</a:t>
          </a:r>
          <a:r>
            <a:rPr lang="fr-FR" dirty="0">
              <a:latin typeface="Calibri Light" panose="020F0302020204030204" pitchFamily="34" charset="0"/>
              <a:ea typeface="Calibri Light" panose="020F0302020204030204" pitchFamily="34" charset="0"/>
              <a:cs typeface="Calibri Light" panose="020F0302020204030204" pitchFamily="34" charset="0"/>
            </a:rPr>
            <a:t>)</a:t>
          </a:r>
        </a:p>
      </dgm:t>
    </dgm:pt>
    <dgm:pt modelId="{2BA7E4DC-0479-4C01-9FA9-DF6B93B679D0}" type="parTrans" cxnId="{110D005C-32EA-40C9-9B53-06C8A5AC3243}">
      <dgm:prSet/>
      <dgm:spPr/>
      <dgm:t>
        <a:bodyPr/>
        <a:lstStyle/>
        <a:p>
          <a:endParaRPr lang="fr-FR"/>
        </a:p>
      </dgm:t>
    </dgm:pt>
    <dgm:pt modelId="{E422F615-1476-4041-B79C-6F429B1925EA}" type="sibTrans" cxnId="{110D005C-32EA-40C9-9B53-06C8A5AC3243}">
      <dgm:prSet/>
      <dgm:spPr/>
      <dgm:t>
        <a:bodyPr/>
        <a:lstStyle/>
        <a:p>
          <a:endParaRPr lang="fr-FR"/>
        </a:p>
      </dgm:t>
    </dgm:pt>
    <dgm:pt modelId="{5450DF2C-07A7-46F9-8486-322B6B1189B1}">
      <dgm:prSet phldrT="[Texte]"/>
      <dgm:spPr/>
      <dgm:t>
        <a:bodyPr/>
        <a:lstStyle/>
        <a:p>
          <a:pPr algn="ctr"/>
          <a:r>
            <a:rPr lang="fr-FR" dirty="0">
              <a:latin typeface="Calibri Light" panose="020F0302020204030204" pitchFamily="34" charset="0"/>
              <a:ea typeface="Calibri Light" panose="020F0302020204030204" pitchFamily="34" charset="0"/>
              <a:cs typeface="Calibri Light" panose="020F0302020204030204" pitchFamily="34" charset="0"/>
            </a:rPr>
            <a:t>Conséquences potentielles sur l’environnement</a:t>
          </a:r>
        </a:p>
        <a:p>
          <a:pPr algn="ctr"/>
          <a:r>
            <a:rPr lang="fr-FR" dirty="0">
              <a:latin typeface="Calibri Light" panose="020F0302020204030204" pitchFamily="34" charset="0"/>
              <a:ea typeface="Calibri Light" panose="020F0302020204030204" pitchFamily="34" charset="0"/>
              <a:cs typeface="Calibri Light" panose="020F0302020204030204" pitchFamily="34" charset="0"/>
            </a:rPr>
            <a:t>(</a:t>
          </a:r>
          <a:r>
            <a:rPr lang="fr-FR" dirty="0">
              <a:latin typeface="Calibri Light" panose="020F0302020204030204" pitchFamily="34" charset="0"/>
              <a:cs typeface="Calibri Light" panose="020F0302020204030204" pitchFamily="34" charset="0"/>
            </a:rPr>
            <a:t>inspirées de [ISO 14004] et [NF X30-205]</a:t>
          </a:r>
          <a:r>
            <a:rPr lang="fr-FR" dirty="0">
              <a:latin typeface="Calibri Light" panose="020F0302020204030204" pitchFamily="34" charset="0"/>
              <a:ea typeface="Calibri Light" panose="020F0302020204030204" pitchFamily="34" charset="0"/>
              <a:cs typeface="Calibri Light" panose="020F0302020204030204" pitchFamily="34" charset="0"/>
            </a:rPr>
            <a:t>)</a:t>
          </a:r>
        </a:p>
      </dgm:t>
    </dgm:pt>
    <dgm:pt modelId="{9E661464-C4D7-42F9-AE8C-9BBD85A27415}" type="parTrans" cxnId="{2BA84832-4013-47F7-8BE9-F264C8047D70}">
      <dgm:prSet/>
      <dgm:spPr/>
      <dgm:t>
        <a:bodyPr/>
        <a:lstStyle/>
        <a:p>
          <a:endParaRPr lang="fr-FR"/>
        </a:p>
      </dgm:t>
    </dgm:pt>
    <dgm:pt modelId="{5BAE9AAB-21DC-40E1-ADD5-8BB870D1E8F5}" type="sibTrans" cxnId="{2BA84832-4013-47F7-8BE9-F264C8047D70}">
      <dgm:prSet/>
      <dgm:spPr/>
      <dgm:t>
        <a:bodyPr/>
        <a:lstStyle/>
        <a:p>
          <a:endParaRPr lang="fr-FR"/>
        </a:p>
      </dgm:t>
    </dgm:pt>
    <dgm:pt modelId="{F4ABD782-FB69-482C-920F-B4755E869C6E}">
      <dgm:prSet phldrT="[Texte]"/>
      <dgm:spPr/>
      <dgm:t>
        <a:bodyPr/>
        <a:lstStyle/>
        <a:p>
          <a:pPr algn="ctr"/>
          <a:r>
            <a:rPr lang="fr-FR" dirty="0">
              <a:latin typeface="Calibri Light" panose="020F0302020204030204" pitchFamily="34" charset="0"/>
              <a:ea typeface="Calibri Light" panose="020F0302020204030204" pitchFamily="34" charset="0"/>
              <a:cs typeface="Calibri Light" panose="020F0302020204030204" pitchFamily="34" charset="0"/>
            </a:rPr>
            <a:t>Autres conséquences potentielles</a:t>
          </a:r>
        </a:p>
        <a:p>
          <a:pPr algn="ctr"/>
          <a:r>
            <a:rPr lang="fr-FR" dirty="0">
              <a:latin typeface="Calibri Light" panose="020F0302020204030204" pitchFamily="34" charset="0"/>
              <a:ea typeface="Calibri Light" panose="020F0302020204030204" pitchFamily="34" charset="0"/>
              <a:cs typeface="Calibri Light" panose="020F0302020204030204" pitchFamily="34" charset="0"/>
            </a:rPr>
            <a:t>(ex : responsabilité sociétale, sécurité économique)</a:t>
          </a:r>
        </a:p>
      </dgm:t>
    </dgm:pt>
    <dgm:pt modelId="{B8DB0AEE-8CA7-44A8-9FDF-71A83842838A}" type="parTrans" cxnId="{D731F1E6-F71F-427C-BED9-109FFF310BC6}">
      <dgm:prSet/>
      <dgm:spPr/>
      <dgm:t>
        <a:bodyPr/>
        <a:lstStyle/>
        <a:p>
          <a:endParaRPr lang="fr-FR"/>
        </a:p>
      </dgm:t>
    </dgm:pt>
    <dgm:pt modelId="{F04709D7-55A9-4D17-B8AB-767A5E7A83A7}" type="sibTrans" cxnId="{D731F1E6-F71F-427C-BED9-109FFF310BC6}">
      <dgm:prSet/>
      <dgm:spPr/>
      <dgm:t>
        <a:bodyPr/>
        <a:lstStyle/>
        <a:p>
          <a:endParaRPr lang="fr-FR"/>
        </a:p>
      </dgm:t>
    </dgm:pt>
    <dgm:pt modelId="{5F0A1A40-5334-4C59-AFD2-EA97B3375C23}">
      <dgm:prSet phldrT="[Texte]"/>
      <dgm:spPr/>
      <dgm:t>
        <a:bodyPr/>
        <a:lstStyle/>
        <a:p>
          <a:r>
            <a:rPr lang="fr-FR" dirty="0">
              <a:latin typeface="Calibri Light" panose="020F0302020204030204" pitchFamily="34" charset="0"/>
              <a:ea typeface="Calibri Light" panose="020F0302020204030204" pitchFamily="34" charset="0"/>
              <a:cs typeface="Calibri Light" panose="020F0302020204030204" pitchFamily="34" charset="0"/>
            </a:rPr>
            <a:t>Conséquences potentielles sur les personnes</a:t>
          </a:r>
        </a:p>
        <a:p>
          <a:r>
            <a:rPr lang="fr-FR" dirty="0">
              <a:latin typeface="Calibri Light" panose="020F0302020204030204" pitchFamily="34" charset="0"/>
              <a:ea typeface="Calibri Light" panose="020F0302020204030204" pitchFamily="34" charset="0"/>
              <a:cs typeface="Calibri Light" panose="020F0302020204030204" pitchFamily="34" charset="0"/>
            </a:rPr>
            <a:t>(</a:t>
          </a:r>
          <a:r>
            <a:rPr lang="fr-FR" dirty="0">
              <a:latin typeface="Calibri Light" panose="020F0302020204030204" pitchFamily="34" charset="0"/>
              <a:cs typeface="Calibri Light" panose="020F0302020204030204" pitchFamily="34" charset="0"/>
            </a:rPr>
            <a:t>cf. [Guide PIA-3]</a:t>
          </a:r>
          <a:r>
            <a:rPr lang="fr-FR" dirty="0">
              <a:latin typeface="Calibri Light" panose="020F0302020204030204" pitchFamily="34" charset="0"/>
              <a:ea typeface="Calibri Light" panose="020F0302020204030204" pitchFamily="34" charset="0"/>
              <a:cs typeface="Calibri Light" panose="020F0302020204030204" pitchFamily="34" charset="0"/>
            </a:rPr>
            <a:t>)</a:t>
          </a:r>
        </a:p>
      </dgm:t>
    </dgm:pt>
    <dgm:pt modelId="{B0649CB0-3A82-47C5-B8B9-58010E5F6070}" type="parTrans" cxnId="{4609A87C-03F3-4F00-9647-1177EBE92271}">
      <dgm:prSet/>
      <dgm:spPr/>
      <dgm:t>
        <a:bodyPr/>
        <a:lstStyle/>
        <a:p>
          <a:endParaRPr lang="fr-FR"/>
        </a:p>
      </dgm:t>
    </dgm:pt>
    <dgm:pt modelId="{721ED238-6390-40DC-B6D3-C95561870E61}" type="sibTrans" cxnId="{4609A87C-03F3-4F00-9647-1177EBE92271}">
      <dgm:prSet/>
      <dgm:spPr/>
      <dgm:t>
        <a:bodyPr/>
        <a:lstStyle/>
        <a:p>
          <a:endParaRPr lang="fr-FR"/>
        </a:p>
      </dgm:t>
    </dgm:pt>
    <dgm:pt modelId="{CDBE7566-1964-4331-9925-509782D1978B}" type="pres">
      <dgm:prSet presAssocID="{7654A0D2-0B23-4DC3-8490-452F25C5C16D}" presName="Name0" presStyleCnt="0">
        <dgm:presLayoutVars>
          <dgm:dir/>
          <dgm:resizeHandles val="exact"/>
        </dgm:presLayoutVars>
      </dgm:prSet>
      <dgm:spPr/>
    </dgm:pt>
    <dgm:pt modelId="{C54D78BC-ED2E-4DDB-B200-42446C61983E}" type="pres">
      <dgm:prSet presAssocID="{7654A0D2-0B23-4DC3-8490-452F25C5C16D}" presName="fgShape" presStyleLbl="fgShp" presStyleIdx="0" presStyleCnt="1" custScaleY="166667"/>
      <dgm:spPr/>
    </dgm:pt>
    <dgm:pt modelId="{DD01EC16-A4DA-4A90-9AC9-047D71EBFED0}" type="pres">
      <dgm:prSet presAssocID="{7654A0D2-0B23-4DC3-8490-452F25C5C16D}" presName="linComp" presStyleCnt="0"/>
      <dgm:spPr/>
    </dgm:pt>
    <dgm:pt modelId="{5DF854EA-5AB1-43A3-9B2D-50FB1BFD1A8A}" type="pres">
      <dgm:prSet presAssocID="{5F0A1A40-5334-4C59-AFD2-EA97B3375C23}" presName="compNode" presStyleCnt="0"/>
      <dgm:spPr/>
    </dgm:pt>
    <dgm:pt modelId="{B4C8E017-87B7-4F3F-8545-5010092B5AA9}" type="pres">
      <dgm:prSet presAssocID="{5F0A1A40-5334-4C59-AFD2-EA97B3375C23}" presName="bkgdShape" presStyleLbl="node1" presStyleIdx="0" presStyleCnt="4"/>
      <dgm:spPr/>
    </dgm:pt>
    <dgm:pt modelId="{BF0395F8-6189-4185-8636-5EF291127672}" type="pres">
      <dgm:prSet presAssocID="{5F0A1A40-5334-4C59-AFD2-EA97B3375C23}" presName="nodeTx" presStyleLbl="node1" presStyleIdx="0" presStyleCnt="4">
        <dgm:presLayoutVars>
          <dgm:bulletEnabled val="1"/>
        </dgm:presLayoutVars>
      </dgm:prSet>
      <dgm:spPr/>
    </dgm:pt>
    <dgm:pt modelId="{7D369EA2-9BFB-4AB2-AF77-0B2E71BACE03}" type="pres">
      <dgm:prSet presAssocID="{5F0A1A40-5334-4C59-AFD2-EA97B3375C23}" presName="invisiNode" presStyleLbl="node1" presStyleIdx="0" presStyleCnt="4"/>
      <dgm:spPr/>
    </dgm:pt>
    <dgm:pt modelId="{6B9D26A1-C507-4DFF-9462-EF2929F5DFCC}" type="pres">
      <dgm:prSet presAssocID="{5F0A1A40-5334-4C59-AFD2-EA97B3375C23}" presName="imagNode" presStyleLbl="fgImgPlace1" presStyleIdx="0"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Groupe d’hommes contour"/>
        </a:ext>
      </dgm:extLst>
    </dgm:pt>
    <dgm:pt modelId="{19A402F5-7096-4F14-ADBC-50CF4B4B4883}" type="pres">
      <dgm:prSet presAssocID="{721ED238-6390-40DC-B6D3-C95561870E61}" presName="sibTrans" presStyleLbl="sibTrans2D1" presStyleIdx="0" presStyleCnt="0"/>
      <dgm:spPr/>
    </dgm:pt>
    <dgm:pt modelId="{5AE62B50-6F5E-4A00-83BA-2A220E1162BC}" type="pres">
      <dgm:prSet presAssocID="{DF0C8B60-E593-44C8-BA70-1DD7199B5883}" presName="compNode" presStyleCnt="0"/>
      <dgm:spPr/>
    </dgm:pt>
    <dgm:pt modelId="{6A3EA583-74C6-4DAB-A1D8-AE46927AD4D2}" type="pres">
      <dgm:prSet presAssocID="{DF0C8B60-E593-44C8-BA70-1DD7199B5883}" presName="bkgdShape" presStyleLbl="node1" presStyleIdx="1" presStyleCnt="4"/>
      <dgm:spPr/>
    </dgm:pt>
    <dgm:pt modelId="{8D6A163D-F25B-4990-B53E-727A2A14B82F}" type="pres">
      <dgm:prSet presAssocID="{DF0C8B60-E593-44C8-BA70-1DD7199B5883}" presName="nodeTx" presStyleLbl="node1" presStyleIdx="1" presStyleCnt="4">
        <dgm:presLayoutVars>
          <dgm:bulletEnabled val="1"/>
        </dgm:presLayoutVars>
      </dgm:prSet>
      <dgm:spPr/>
    </dgm:pt>
    <dgm:pt modelId="{1885A228-727D-40FE-B292-F4DC4F627729}" type="pres">
      <dgm:prSet presAssocID="{DF0C8B60-E593-44C8-BA70-1DD7199B5883}" presName="invisiNode" presStyleLbl="node1" presStyleIdx="1" presStyleCnt="4"/>
      <dgm:spPr/>
    </dgm:pt>
    <dgm:pt modelId="{34228E26-92B8-4000-8A4E-CEA4952C7EF8}" type="pres">
      <dgm:prSet presAssocID="{DF0C8B60-E593-44C8-BA70-1DD7199B5883}" presName="imagNode" presStyleLbl="fgImgPlace1" presStyleIdx="1" presStyleCnt="4"/>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âtiment contour"/>
        </a:ext>
      </dgm:extLst>
    </dgm:pt>
    <dgm:pt modelId="{C218A7BD-EE8B-4380-BB8B-74DE6305C3C8}" type="pres">
      <dgm:prSet presAssocID="{E422F615-1476-4041-B79C-6F429B1925EA}" presName="sibTrans" presStyleLbl="sibTrans2D1" presStyleIdx="0" presStyleCnt="0"/>
      <dgm:spPr/>
    </dgm:pt>
    <dgm:pt modelId="{CB29D7EB-B47D-49B9-B755-7776C4CF45E6}" type="pres">
      <dgm:prSet presAssocID="{5450DF2C-07A7-46F9-8486-322B6B1189B1}" presName="compNode" presStyleCnt="0"/>
      <dgm:spPr/>
    </dgm:pt>
    <dgm:pt modelId="{874825BE-AA73-4BBD-B680-6C26960CC2F6}" type="pres">
      <dgm:prSet presAssocID="{5450DF2C-07A7-46F9-8486-322B6B1189B1}" presName="bkgdShape" presStyleLbl="node1" presStyleIdx="2" presStyleCnt="4"/>
      <dgm:spPr/>
    </dgm:pt>
    <dgm:pt modelId="{68CF968D-1EB0-46ED-BB65-BEE7D82E4324}" type="pres">
      <dgm:prSet presAssocID="{5450DF2C-07A7-46F9-8486-322B6B1189B1}" presName="nodeTx" presStyleLbl="node1" presStyleIdx="2" presStyleCnt="4">
        <dgm:presLayoutVars>
          <dgm:bulletEnabled val="1"/>
        </dgm:presLayoutVars>
      </dgm:prSet>
      <dgm:spPr/>
    </dgm:pt>
    <dgm:pt modelId="{24B234EC-3A78-42F1-8943-BFD8B97B441E}" type="pres">
      <dgm:prSet presAssocID="{5450DF2C-07A7-46F9-8486-322B6B1189B1}" presName="invisiNode" presStyleLbl="node1" presStyleIdx="2" presStyleCnt="4"/>
      <dgm:spPr/>
    </dgm:pt>
    <dgm:pt modelId="{43E956CB-F9DA-4CA9-A692-853AF249615A}" type="pres">
      <dgm:prSet presAssocID="{5450DF2C-07A7-46F9-8486-322B6B1189B1}" presName="imagNode" presStyleLbl="fgImgPlace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Main ouverte avec une plante contour"/>
        </a:ext>
      </dgm:extLst>
    </dgm:pt>
    <dgm:pt modelId="{641EA4FE-8B6D-4A86-9E56-94DA9B3306E0}" type="pres">
      <dgm:prSet presAssocID="{5BAE9AAB-21DC-40E1-ADD5-8BB870D1E8F5}" presName="sibTrans" presStyleLbl="sibTrans2D1" presStyleIdx="0" presStyleCnt="0"/>
      <dgm:spPr/>
    </dgm:pt>
    <dgm:pt modelId="{A0A448FF-19DC-41BE-A80D-0BAA0793B17D}" type="pres">
      <dgm:prSet presAssocID="{F4ABD782-FB69-482C-920F-B4755E869C6E}" presName="compNode" presStyleCnt="0"/>
      <dgm:spPr/>
    </dgm:pt>
    <dgm:pt modelId="{4C6D46F3-CA92-4D09-905C-DC7D0D9DFC0C}" type="pres">
      <dgm:prSet presAssocID="{F4ABD782-FB69-482C-920F-B4755E869C6E}" presName="bkgdShape" presStyleLbl="node1" presStyleIdx="3" presStyleCnt="4"/>
      <dgm:spPr/>
    </dgm:pt>
    <dgm:pt modelId="{92C6B177-2F61-496F-A3CB-0127A9B94C53}" type="pres">
      <dgm:prSet presAssocID="{F4ABD782-FB69-482C-920F-B4755E869C6E}" presName="nodeTx" presStyleLbl="node1" presStyleIdx="3" presStyleCnt="4">
        <dgm:presLayoutVars>
          <dgm:bulletEnabled val="1"/>
        </dgm:presLayoutVars>
      </dgm:prSet>
      <dgm:spPr/>
    </dgm:pt>
    <dgm:pt modelId="{62220C3E-6ADF-4022-9882-F31D1ADD137E}" type="pres">
      <dgm:prSet presAssocID="{F4ABD782-FB69-482C-920F-B4755E869C6E}" presName="invisiNode" presStyleLbl="node1" presStyleIdx="3" presStyleCnt="4"/>
      <dgm:spPr/>
    </dgm:pt>
    <dgm:pt modelId="{FA0AA23B-44EA-4C65-99C5-0D6EB4461F4D}" type="pres">
      <dgm:prSet presAssocID="{F4ABD782-FB69-482C-920F-B4755E869C6E}" presName="imagNode" presStyleLbl="fgImgPlace1" presStyleIdx="3" presStyleCnt="4"/>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Pensée contour"/>
        </a:ext>
      </dgm:extLst>
    </dgm:pt>
  </dgm:ptLst>
  <dgm:cxnLst>
    <dgm:cxn modelId="{B505C108-88AE-4A02-9011-6E50A4942027}" type="presOf" srcId="{5BAE9AAB-21DC-40E1-ADD5-8BB870D1E8F5}" destId="{641EA4FE-8B6D-4A86-9E56-94DA9B3306E0}" srcOrd="0" destOrd="0" presId="urn:microsoft.com/office/officeart/2005/8/layout/hList7"/>
    <dgm:cxn modelId="{6BB5CC22-6430-464D-8506-F57A4521ABE9}" type="presOf" srcId="{5F0A1A40-5334-4C59-AFD2-EA97B3375C23}" destId="{B4C8E017-87B7-4F3F-8545-5010092B5AA9}" srcOrd="0" destOrd="0" presId="urn:microsoft.com/office/officeart/2005/8/layout/hList7"/>
    <dgm:cxn modelId="{DC708D25-0AE3-41A9-9730-1E114D25CA55}" type="presOf" srcId="{5F0A1A40-5334-4C59-AFD2-EA97B3375C23}" destId="{BF0395F8-6189-4185-8636-5EF291127672}" srcOrd="1" destOrd="0" presId="urn:microsoft.com/office/officeart/2005/8/layout/hList7"/>
    <dgm:cxn modelId="{2BA84832-4013-47F7-8BE9-F264C8047D70}" srcId="{7654A0D2-0B23-4DC3-8490-452F25C5C16D}" destId="{5450DF2C-07A7-46F9-8486-322B6B1189B1}" srcOrd="2" destOrd="0" parTransId="{9E661464-C4D7-42F9-AE8C-9BBD85A27415}" sibTransId="{5BAE9AAB-21DC-40E1-ADD5-8BB870D1E8F5}"/>
    <dgm:cxn modelId="{110D005C-32EA-40C9-9B53-06C8A5AC3243}" srcId="{7654A0D2-0B23-4DC3-8490-452F25C5C16D}" destId="{DF0C8B60-E593-44C8-BA70-1DD7199B5883}" srcOrd="1" destOrd="0" parTransId="{2BA7E4DC-0479-4C01-9FA9-DF6B93B679D0}" sibTransId="{E422F615-1476-4041-B79C-6F429B1925EA}"/>
    <dgm:cxn modelId="{424F9F42-25D1-4B90-AC95-2557F32BFAB0}" type="presOf" srcId="{5450DF2C-07A7-46F9-8486-322B6B1189B1}" destId="{68CF968D-1EB0-46ED-BB65-BEE7D82E4324}" srcOrd="1" destOrd="0" presId="urn:microsoft.com/office/officeart/2005/8/layout/hList7"/>
    <dgm:cxn modelId="{DB610D4B-8204-4CD2-8899-6CDDFAD2E58B}" type="presOf" srcId="{DF0C8B60-E593-44C8-BA70-1DD7199B5883}" destId="{8D6A163D-F25B-4990-B53E-727A2A14B82F}" srcOrd="1" destOrd="0" presId="urn:microsoft.com/office/officeart/2005/8/layout/hList7"/>
    <dgm:cxn modelId="{973F9658-3B3C-47AD-A330-A2A4DBB0BE69}" type="presOf" srcId="{F4ABD782-FB69-482C-920F-B4755E869C6E}" destId="{4C6D46F3-CA92-4D09-905C-DC7D0D9DFC0C}" srcOrd="0" destOrd="0" presId="urn:microsoft.com/office/officeart/2005/8/layout/hList7"/>
    <dgm:cxn modelId="{4609A87C-03F3-4F00-9647-1177EBE92271}" srcId="{7654A0D2-0B23-4DC3-8490-452F25C5C16D}" destId="{5F0A1A40-5334-4C59-AFD2-EA97B3375C23}" srcOrd="0" destOrd="0" parTransId="{B0649CB0-3A82-47C5-B8B9-58010E5F6070}" sibTransId="{721ED238-6390-40DC-B6D3-C95561870E61}"/>
    <dgm:cxn modelId="{4C78A98B-1508-475F-8AF8-A034A5CC0F9B}" type="presOf" srcId="{DF0C8B60-E593-44C8-BA70-1DD7199B5883}" destId="{6A3EA583-74C6-4DAB-A1D8-AE46927AD4D2}" srcOrd="0" destOrd="0" presId="urn:microsoft.com/office/officeart/2005/8/layout/hList7"/>
    <dgm:cxn modelId="{C0EE1E96-F503-4C46-9DD5-34B635ECA682}" type="presOf" srcId="{721ED238-6390-40DC-B6D3-C95561870E61}" destId="{19A402F5-7096-4F14-ADBC-50CF4B4B4883}" srcOrd="0" destOrd="0" presId="urn:microsoft.com/office/officeart/2005/8/layout/hList7"/>
    <dgm:cxn modelId="{B73D58AE-4A36-435E-94DB-BA499262ADD1}" type="presOf" srcId="{5450DF2C-07A7-46F9-8486-322B6B1189B1}" destId="{874825BE-AA73-4BBD-B680-6C26960CC2F6}" srcOrd="0" destOrd="0" presId="urn:microsoft.com/office/officeart/2005/8/layout/hList7"/>
    <dgm:cxn modelId="{25F27CB0-26E3-41B1-BB6D-B42F683B8E38}" type="presOf" srcId="{F4ABD782-FB69-482C-920F-B4755E869C6E}" destId="{92C6B177-2F61-496F-A3CB-0127A9B94C53}" srcOrd="1" destOrd="0" presId="urn:microsoft.com/office/officeart/2005/8/layout/hList7"/>
    <dgm:cxn modelId="{1D93BCD3-5AC8-4BDA-BEF9-442C05F4E68A}" type="presOf" srcId="{E422F615-1476-4041-B79C-6F429B1925EA}" destId="{C218A7BD-EE8B-4380-BB8B-74DE6305C3C8}" srcOrd="0" destOrd="0" presId="urn:microsoft.com/office/officeart/2005/8/layout/hList7"/>
    <dgm:cxn modelId="{D731F1E6-F71F-427C-BED9-109FFF310BC6}" srcId="{7654A0D2-0B23-4DC3-8490-452F25C5C16D}" destId="{F4ABD782-FB69-482C-920F-B4755E869C6E}" srcOrd="3" destOrd="0" parTransId="{B8DB0AEE-8CA7-44A8-9FDF-71A83842838A}" sibTransId="{F04709D7-55A9-4D17-B8AB-767A5E7A83A7}"/>
    <dgm:cxn modelId="{DBE0BBF6-7890-49EC-A237-62038F20DF2C}" type="presOf" srcId="{7654A0D2-0B23-4DC3-8490-452F25C5C16D}" destId="{CDBE7566-1964-4331-9925-509782D1978B}" srcOrd="0" destOrd="0" presId="urn:microsoft.com/office/officeart/2005/8/layout/hList7"/>
    <dgm:cxn modelId="{384ABF89-9DAA-4108-B633-C3F853BB63B8}" type="presParOf" srcId="{CDBE7566-1964-4331-9925-509782D1978B}" destId="{C54D78BC-ED2E-4DDB-B200-42446C61983E}" srcOrd="0" destOrd="0" presId="urn:microsoft.com/office/officeart/2005/8/layout/hList7"/>
    <dgm:cxn modelId="{66E03DB8-96C5-4CC3-89F5-CAD665020F48}" type="presParOf" srcId="{CDBE7566-1964-4331-9925-509782D1978B}" destId="{DD01EC16-A4DA-4A90-9AC9-047D71EBFED0}" srcOrd="1" destOrd="0" presId="urn:microsoft.com/office/officeart/2005/8/layout/hList7"/>
    <dgm:cxn modelId="{05AB7254-8491-432A-BAAB-EAA4F670F106}" type="presParOf" srcId="{DD01EC16-A4DA-4A90-9AC9-047D71EBFED0}" destId="{5DF854EA-5AB1-43A3-9B2D-50FB1BFD1A8A}" srcOrd="0" destOrd="0" presId="urn:microsoft.com/office/officeart/2005/8/layout/hList7"/>
    <dgm:cxn modelId="{8C0301EC-8062-4408-ACD2-285D85B28F97}" type="presParOf" srcId="{5DF854EA-5AB1-43A3-9B2D-50FB1BFD1A8A}" destId="{B4C8E017-87B7-4F3F-8545-5010092B5AA9}" srcOrd="0" destOrd="0" presId="urn:microsoft.com/office/officeart/2005/8/layout/hList7"/>
    <dgm:cxn modelId="{782B8641-1078-43A2-9B57-7514D4A3E1AE}" type="presParOf" srcId="{5DF854EA-5AB1-43A3-9B2D-50FB1BFD1A8A}" destId="{BF0395F8-6189-4185-8636-5EF291127672}" srcOrd="1" destOrd="0" presId="urn:microsoft.com/office/officeart/2005/8/layout/hList7"/>
    <dgm:cxn modelId="{3350C71D-E3E8-4964-8FD6-2443B3C836BE}" type="presParOf" srcId="{5DF854EA-5AB1-43A3-9B2D-50FB1BFD1A8A}" destId="{7D369EA2-9BFB-4AB2-AF77-0B2E71BACE03}" srcOrd="2" destOrd="0" presId="urn:microsoft.com/office/officeart/2005/8/layout/hList7"/>
    <dgm:cxn modelId="{6DC0953E-DB6F-4E15-8D6E-1217BDA814E1}" type="presParOf" srcId="{5DF854EA-5AB1-43A3-9B2D-50FB1BFD1A8A}" destId="{6B9D26A1-C507-4DFF-9462-EF2929F5DFCC}" srcOrd="3" destOrd="0" presId="urn:microsoft.com/office/officeart/2005/8/layout/hList7"/>
    <dgm:cxn modelId="{D6A68D69-1D95-42CF-A24F-01BC57841748}" type="presParOf" srcId="{DD01EC16-A4DA-4A90-9AC9-047D71EBFED0}" destId="{19A402F5-7096-4F14-ADBC-50CF4B4B4883}" srcOrd="1" destOrd="0" presId="urn:microsoft.com/office/officeart/2005/8/layout/hList7"/>
    <dgm:cxn modelId="{4FE105CB-CBF9-4B31-9FF4-4F7228208463}" type="presParOf" srcId="{DD01EC16-A4DA-4A90-9AC9-047D71EBFED0}" destId="{5AE62B50-6F5E-4A00-83BA-2A220E1162BC}" srcOrd="2" destOrd="0" presId="urn:microsoft.com/office/officeart/2005/8/layout/hList7"/>
    <dgm:cxn modelId="{1C7EC365-75EF-4B3A-94B3-43D4D78DE749}" type="presParOf" srcId="{5AE62B50-6F5E-4A00-83BA-2A220E1162BC}" destId="{6A3EA583-74C6-4DAB-A1D8-AE46927AD4D2}" srcOrd="0" destOrd="0" presId="urn:microsoft.com/office/officeart/2005/8/layout/hList7"/>
    <dgm:cxn modelId="{95F414B4-9C81-42D6-A3C7-F3C74D04BC4C}" type="presParOf" srcId="{5AE62B50-6F5E-4A00-83BA-2A220E1162BC}" destId="{8D6A163D-F25B-4990-B53E-727A2A14B82F}" srcOrd="1" destOrd="0" presId="urn:microsoft.com/office/officeart/2005/8/layout/hList7"/>
    <dgm:cxn modelId="{923ACB56-1BE9-4440-801C-6D577AA9212A}" type="presParOf" srcId="{5AE62B50-6F5E-4A00-83BA-2A220E1162BC}" destId="{1885A228-727D-40FE-B292-F4DC4F627729}" srcOrd="2" destOrd="0" presId="urn:microsoft.com/office/officeart/2005/8/layout/hList7"/>
    <dgm:cxn modelId="{C1FF7DC8-8A2B-45D6-833D-BA69B85FB6B4}" type="presParOf" srcId="{5AE62B50-6F5E-4A00-83BA-2A220E1162BC}" destId="{34228E26-92B8-4000-8A4E-CEA4952C7EF8}" srcOrd="3" destOrd="0" presId="urn:microsoft.com/office/officeart/2005/8/layout/hList7"/>
    <dgm:cxn modelId="{A88C4BC5-5210-4ABF-AAFB-AF2442FDF17E}" type="presParOf" srcId="{DD01EC16-A4DA-4A90-9AC9-047D71EBFED0}" destId="{C218A7BD-EE8B-4380-BB8B-74DE6305C3C8}" srcOrd="3" destOrd="0" presId="urn:microsoft.com/office/officeart/2005/8/layout/hList7"/>
    <dgm:cxn modelId="{FB4FC5AA-8E68-49F0-B7B1-F8651C3CB973}" type="presParOf" srcId="{DD01EC16-A4DA-4A90-9AC9-047D71EBFED0}" destId="{CB29D7EB-B47D-49B9-B755-7776C4CF45E6}" srcOrd="4" destOrd="0" presId="urn:microsoft.com/office/officeart/2005/8/layout/hList7"/>
    <dgm:cxn modelId="{E858FCB2-127B-4B1E-8705-5EFC53A8821B}" type="presParOf" srcId="{CB29D7EB-B47D-49B9-B755-7776C4CF45E6}" destId="{874825BE-AA73-4BBD-B680-6C26960CC2F6}" srcOrd="0" destOrd="0" presId="urn:microsoft.com/office/officeart/2005/8/layout/hList7"/>
    <dgm:cxn modelId="{82A86B1E-1084-43E4-B200-3113F1E11A49}" type="presParOf" srcId="{CB29D7EB-B47D-49B9-B755-7776C4CF45E6}" destId="{68CF968D-1EB0-46ED-BB65-BEE7D82E4324}" srcOrd="1" destOrd="0" presId="urn:microsoft.com/office/officeart/2005/8/layout/hList7"/>
    <dgm:cxn modelId="{EB682B5C-B626-4368-A759-0D796CD84371}" type="presParOf" srcId="{CB29D7EB-B47D-49B9-B755-7776C4CF45E6}" destId="{24B234EC-3A78-42F1-8943-BFD8B97B441E}" srcOrd="2" destOrd="0" presId="urn:microsoft.com/office/officeart/2005/8/layout/hList7"/>
    <dgm:cxn modelId="{64B00B76-E35A-46CA-8A6A-8BD8B279A9CE}" type="presParOf" srcId="{CB29D7EB-B47D-49B9-B755-7776C4CF45E6}" destId="{43E956CB-F9DA-4CA9-A692-853AF249615A}" srcOrd="3" destOrd="0" presId="urn:microsoft.com/office/officeart/2005/8/layout/hList7"/>
    <dgm:cxn modelId="{05601623-A85F-4696-BEDE-0BCB0E8AD1AA}" type="presParOf" srcId="{DD01EC16-A4DA-4A90-9AC9-047D71EBFED0}" destId="{641EA4FE-8B6D-4A86-9E56-94DA9B3306E0}" srcOrd="5" destOrd="0" presId="urn:microsoft.com/office/officeart/2005/8/layout/hList7"/>
    <dgm:cxn modelId="{E9ED93AB-C7EE-436C-A788-90B631520CAD}" type="presParOf" srcId="{DD01EC16-A4DA-4A90-9AC9-047D71EBFED0}" destId="{A0A448FF-19DC-41BE-A80D-0BAA0793B17D}" srcOrd="6" destOrd="0" presId="urn:microsoft.com/office/officeart/2005/8/layout/hList7"/>
    <dgm:cxn modelId="{6066D6A9-C360-44AE-B5C9-70CA5328B4E3}" type="presParOf" srcId="{A0A448FF-19DC-41BE-A80D-0BAA0793B17D}" destId="{4C6D46F3-CA92-4D09-905C-DC7D0D9DFC0C}" srcOrd="0" destOrd="0" presId="urn:microsoft.com/office/officeart/2005/8/layout/hList7"/>
    <dgm:cxn modelId="{6A9A1DA5-DB99-40E9-8626-8DB8D943C46D}" type="presParOf" srcId="{A0A448FF-19DC-41BE-A80D-0BAA0793B17D}" destId="{92C6B177-2F61-496F-A3CB-0127A9B94C53}" srcOrd="1" destOrd="0" presId="urn:microsoft.com/office/officeart/2005/8/layout/hList7"/>
    <dgm:cxn modelId="{AB03D358-8C0D-4DCD-9432-F20F7A2FABDE}" type="presParOf" srcId="{A0A448FF-19DC-41BE-A80D-0BAA0793B17D}" destId="{62220C3E-6ADF-4022-9882-F31D1ADD137E}" srcOrd="2" destOrd="0" presId="urn:microsoft.com/office/officeart/2005/8/layout/hList7"/>
    <dgm:cxn modelId="{5CF77618-AAA5-4A63-83CA-6274210D07A4}" type="presParOf" srcId="{A0A448FF-19DC-41BE-A80D-0BAA0793B17D}" destId="{FA0AA23B-44EA-4C65-99C5-0D6EB4461F4D}" srcOrd="3" destOrd="0" presId="urn:microsoft.com/office/officeart/2005/8/layout/hList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142491D-DC8B-4D0C-8D23-5E88537DD0E1}"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fr-FR"/>
        </a:p>
      </dgm:t>
    </dgm:pt>
    <dgm:pt modelId="{88AD9467-B61D-471D-A6D4-F93D79599F68}">
      <dgm:prSet phldrT="[Texte]"/>
      <dgm:spPr/>
      <dgm:t>
        <a:bodyPr/>
        <a:lstStyle/>
        <a:p>
          <a:r>
            <a:rPr lang="fr-FR" dirty="0">
              <a:latin typeface="Calibri Light" panose="020F0302020204030204" pitchFamily="34" charset="0"/>
              <a:cs typeface="Calibri Light" panose="020F0302020204030204" pitchFamily="34" charset="0"/>
            </a:rPr>
            <a:t>Gouvernance responsable</a:t>
          </a:r>
        </a:p>
      </dgm:t>
    </dgm:pt>
    <dgm:pt modelId="{8300C1BA-03E3-439E-86DC-63DFF49CD716}" type="parTrans" cxnId="{01C3B4D6-1FE0-40C2-9765-2CB0CD71FF61}">
      <dgm:prSet/>
      <dgm:spPr/>
      <dgm:t>
        <a:bodyPr/>
        <a:lstStyle/>
        <a:p>
          <a:endParaRPr lang="fr-FR"/>
        </a:p>
      </dgm:t>
    </dgm:pt>
    <dgm:pt modelId="{53955E41-EE1E-47A4-894D-4DBACD647908}" type="sibTrans" cxnId="{01C3B4D6-1FE0-40C2-9765-2CB0CD71FF61}">
      <dgm:prSet/>
      <dgm:spPr/>
      <dgm:t>
        <a:bodyPr/>
        <a:lstStyle/>
        <a:p>
          <a:endParaRPr lang="fr-FR"/>
        </a:p>
      </dgm:t>
    </dgm:pt>
    <dgm:pt modelId="{F5FEB88B-E9B1-4200-9150-B4364653EEA9}">
      <dgm:prSet phldrT="[Texte]"/>
      <dgm:spPr/>
      <dgm:t>
        <a:bodyPr/>
        <a:lstStyle/>
        <a:p>
          <a:r>
            <a:rPr lang="fr-FR" dirty="0">
              <a:latin typeface="Calibri Light" panose="020F0302020204030204" pitchFamily="34" charset="0"/>
              <a:cs typeface="Calibri Light" panose="020F0302020204030204" pitchFamily="34" charset="0"/>
            </a:rPr>
            <a:t>Fiabilité et sûreté</a:t>
          </a:r>
        </a:p>
      </dgm:t>
    </dgm:pt>
    <dgm:pt modelId="{EC03CD54-BA35-4C22-9A8A-DC756824AE54}" type="parTrans" cxnId="{9D9CCC1B-6903-4186-8487-65F5041FEEBF}">
      <dgm:prSet/>
      <dgm:spPr/>
      <dgm:t>
        <a:bodyPr/>
        <a:lstStyle/>
        <a:p>
          <a:endParaRPr lang="fr-FR"/>
        </a:p>
      </dgm:t>
    </dgm:pt>
    <dgm:pt modelId="{012B654B-5C9C-4BB2-8BF0-745E21E7AB10}" type="sibTrans" cxnId="{9D9CCC1B-6903-4186-8487-65F5041FEEBF}">
      <dgm:prSet/>
      <dgm:spPr/>
      <dgm:t>
        <a:bodyPr/>
        <a:lstStyle/>
        <a:p>
          <a:endParaRPr lang="fr-FR"/>
        </a:p>
      </dgm:t>
    </dgm:pt>
    <dgm:pt modelId="{AE81B9A3-330A-45B4-ADBF-83A47C146A28}">
      <dgm:prSet phldrT="[Texte]"/>
      <dgm:spPr/>
      <dgm:t>
        <a:bodyPr/>
        <a:lstStyle/>
        <a:p>
          <a:r>
            <a:rPr lang="fr-FR" dirty="0">
              <a:latin typeface="Calibri Light" panose="020F0302020204030204" pitchFamily="34" charset="0"/>
              <a:cs typeface="Calibri Light" panose="020F0302020204030204" pitchFamily="34" charset="0"/>
            </a:rPr>
            <a:t>Équité</a:t>
          </a:r>
        </a:p>
      </dgm:t>
    </dgm:pt>
    <dgm:pt modelId="{365718F0-4804-4030-BFDA-177EB86E79FF}" type="parTrans" cxnId="{5DCFC385-BB41-4328-8B7C-715AC0FB753A}">
      <dgm:prSet/>
      <dgm:spPr/>
      <dgm:t>
        <a:bodyPr/>
        <a:lstStyle/>
        <a:p>
          <a:endParaRPr lang="fr-FR"/>
        </a:p>
      </dgm:t>
    </dgm:pt>
    <dgm:pt modelId="{202A0726-3823-4E77-A08F-21E50BCEDF16}" type="sibTrans" cxnId="{5DCFC385-BB41-4328-8B7C-715AC0FB753A}">
      <dgm:prSet/>
      <dgm:spPr/>
      <dgm:t>
        <a:bodyPr/>
        <a:lstStyle/>
        <a:p>
          <a:endParaRPr lang="fr-FR"/>
        </a:p>
      </dgm:t>
    </dgm:pt>
    <dgm:pt modelId="{7818F0D2-1784-43F9-92A8-ACD8ADCA80E6}">
      <dgm:prSet phldrT="[Texte]"/>
      <dgm:spPr/>
      <dgm:t>
        <a:bodyPr/>
        <a:lstStyle/>
        <a:p>
          <a:r>
            <a:rPr lang="fr-FR" dirty="0">
              <a:latin typeface="Calibri Light" panose="020F0302020204030204" pitchFamily="34" charset="0"/>
              <a:cs typeface="Calibri Light" panose="020F0302020204030204" pitchFamily="34" charset="0"/>
            </a:rPr>
            <a:t>Transparence</a:t>
          </a:r>
        </a:p>
      </dgm:t>
    </dgm:pt>
    <dgm:pt modelId="{90415970-2815-45E2-8D28-D0CBED7C7168}" type="parTrans" cxnId="{6DCA0467-F51F-48E0-8499-2463BB49DCAC}">
      <dgm:prSet/>
      <dgm:spPr/>
      <dgm:t>
        <a:bodyPr/>
        <a:lstStyle/>
        <a:p>
          <a:endParaRPr lang="fr-FR"/>
        </a:p>
      </dgm:t>
    </dgm:pt>
    <dgm:pt modelId="{88F58F77-1609-4149-8263-C9E49016D5DB}" type="sibTrans" cxnId="{6DCA0467-F51F-48E0-8499-2463BB49DCAC}">
      <dgm:prSet/>
      <dgm:spPr/>
      <dgm:t>
        <a:bodyPr/>
        <a:lstStyle/>
        <a:p>
          <a:endParaRPr lang="fr-FR"/>
        </a:p>
      </dgm:t>
    </dgm:pt>
    <dgm:pt modelId="{5F530A26-0CEF-48AD-A4AE-4213C5651702}">
      <dgm:prSet phldrT="[Texte]"/>
      <dgm:spPr/>
      <dgm:t>
        <a:bodyPr/>
        <a:lstStyle/>
        <a:p>
          <a:r>
            <a:rPr lang="fr-FR" dirty="0">
              <a:latin typeface="Calibri Light" panose="020F0302020204030204" pitchFamily="34" charset="0"/>
              <a:cs typeface="Calibri Light" panose="020F0302020204030204" pitchFamily="34" charset="0"/>
            </a:rPr>
            <a:t>Sécurité des informations</a:t>
          </a:r>
        </a:p>
      </dgm:t>
    </dgm:pt>
    <dgm:pt modelId="{8D3AA22C-5444-4C1B-9640-51E411A832D1}" type="parTrans" cxnId="{FD94DA1C-D178-40F1-8651-AAA0F2B4B12C}">
      <dgm:prSet/>
      <dgm:spPr/>
      <dgm:t>
        <a:bodyPr/>
        <a:lstStyle/>
        <a:p>
          <a:endParaRPr lang="fr-FR"/>
        </a:p>
      </dgm:t>
    </dgm:pt>
    <dgm:pt modelId="{7760460F-3E65-46D9-ADE1-10AF4B288FA0}" type="sibTrans" cxnId="{FD94DA1C-D178-40F1-8651-AAA0F2B4B12C}">
      <dgm:prSet/>
      <dgm:spPr/>
      <dgm:t>
        <a:bodyPr/>
        <a:lstStyle/>
        <a:p>
          <a:endParaRPr lang="fr-FR"/>
        </a:p>
      </dgm:t>
    </dgm:pt>
    <dgm:pt modelId="{C9DE265E-9CBC-4220-8849-AFF2C78C8A77}">
      <dgm:prSet phldrT="[Texte]"/>
      <dgm:spPr/>
      <dgm:t>
        <a:bodyPr/>
        <a:lstStyle/>
        <a:p>
          <a:r>
            <a:rPr lang="fr-FR" dirty="0">
              <a:latin typeface="Calibri Light" panose="020F0302020204030204" pitchFamily="34" charset="0"/>
              <a:cs typeface="Calibri Light" panose="020F0302020204030204" pitchFamily="34" charset="0"/>
            </a:rPr>
            <a:t>Protection des droits et libertés</a:t>
          </a:r>
        </a:p>
      </dgm:t>
    </dgm:pt>
    <dgm:pt modelId="{5E3B02C1-5571-4174-9AC2-CE1A4539E455}" type="parTrans" cxnId="{931DD915-DE51-401D-8EC7-53960A1B3228}">
      <dgm:prSet/>
      <dgm:spPr/>
      <dgm:t>
        <a:bodyPr/>
        <a:lstStyle/>
        <a:p>
          <a:endParaRPr lang="fr-FR"/>
        </a:p>
      </dgm:t>
    </dgm:pt>
    <dgm:pt modelId="{551E7970-300C-49D1-A35B-A1E16CD3346D}" type="sibTrans" cxnId="{931DD915-DE51-401D-8EC7-53960A1B3228}">
      <dgm:prSet/>
      <dgm:spPr/>
      <dgm:t>
        <a:bodyPr/>
        <a:lstStyle/>
        <a:p>
          <a:endParaRPr lang="fr-FR"/>
        </a:p>
      </dgm:t>
    </dgm:pt>
    <dgm:pt modelId="{CC8DE771-9B9B-49D3-8539-8B8D92207B67}">
      <dgm:prSet phldrT="[Texte]"/>
      <dgm:spPr/>
      <dgm:t>
        <a:bodyPr/>
        <a:lstStyle/>
        <a:p>
          <a:r>
            <a:rPr lang="fr-FR" dirty="0">
              <a:latin typeface="Calibri Light" panose="020F0302020204030204" pitchFamily="34" charset="0"/>
              <a:cs typeface="Calibri Light" panose="020F0302020204030204" pitchFamily="34" charset="0"/>
            </a:rPr>
            <a:t>Maintenance et évolutivité</a:t>
          </a:r>
        </a:p>
      </dgm:t>
    </dgm:pt>
    <dgm:pt modelId="{D0E09515-3342-4508-892C-AE1D0D239D20}" type="parTrans" cxnId="{D4CABD7D-CF95-4D3F-86A8-E8955424EBB4}">
      <dgm:prSet/>
      <dgm:spPr/>
      <dgm:t>
        <a:bodyPr/>
        <a:lstStyle/>
        <a:p>
          <a:endParaRPr lang="fr-FR"/>
        </a:p>
      </dgm:t>
    </dgm:pt>
    <dgm:pt modelId="{7D63B2C8-88E2-4086-9471-2BD4AFD4749C}" type="sibTrans" cxnId="{D4CABD7D-CF95-4D3F-86A8-E8955424EBB4}">
      <dgm:prSet/>
      <dgm:spPr/>
      <dgm:t>
        <a:bodyPr/>
        <a:lstStyle/>
        <a:p>
          <a:endParaRPr lang="fr-FR"/>
        </a:p>
      </dgm:t>
    </dgm:pt>
    <dgm:pt modelId="{93D92578-D933-4245-8C2C-A6836BC387AB}">
      <dgm:prSet phldrT="[Texte]"/>
      <dgm:spPr/>
      <dgm:t>
        <a:bodyPr/>
        <a:lstStyle/>
        <a:p>
          <a:r>
            <a:rPr lang="fr-FR" dirty="0">
              <a:latin typeface="Calibri Light" panose="020F0302020204030204" pitchFamily="34" charset="0"/>
              <a:cs typeface="Calibri Light" panose="020F0302020204030204" pitchFamily="34" charset="0"/>
            </a:rPr>
            <a:t>Interopérabilité</a:t>
          </a:r>
        </a:p>
      </dgm:t>
    </dgm:pt>
    <dgm:pt modelId="{1C42EDC0-7972-4925-9CEE-9DCBC8323CE8}" type="parTrans" cxnId="{23C66742-E040-47CC-882E-0D9FAB9F286A}">
      <dgm:prSet/>
      <dgm:spPr/>
      <dgm:t>
        <a:bodyPr/>
        <a:lstStyle/>
        <a:p>
          <a:endParaRPr lang="fr-FR"/>
        </a:p>
      </dgm:t>
    </dgm:pt>
    <dgm:pt modelId="{3D171A00-C0C3-46AE-9C00-1DBB6D767BBC}" type="sibTrans" cxnId="{23C66742-E040-47CC-882E-0D9FAB9F286A}">
      <dgm:prSet/>
      <dgm:spPr/>
      <dgm:t>
        <a:bodyPr/>
        <a:lstStyle/>
        <a:p>
          <a:endParaRPr lang="fr-FR"/>
        </a:p>
      </dgm:t>
    </dgm:pt>
    <dgm:pt modelId="{F5494324-1254-481A-9C8E-AAD582685A62}">
      <dgm:prSet phldrT="[Texte]"/>
      <dgm:spPr/>
      <dgm:t>
        <a:bodyPr/>
        <a:lstStyle/>
        <a:p>
          <a:r>
            <a:rPr lang="fr-FR" dirty="0">
              <a:latin typeface="Calibri Light" panose="020F0302020204030204" pitchFamily="34" charset="0"/>
              <a:cs typeface="Calibri Light" panose="020F0302020204030204" pitchFamily="34" charset="0"/>
            </a:rPr>
            <a:t>Respect de l’environnement</a:t>
          </a:r>
        </a:p>
      </dgm:t>
    </dgm:pt>
    <dgm:pt modelId="{7DE44812-6126-4C70-AB98-FF017DB01403}" type="parTrans" cxnId="{E6E19E71-7D5C-4708-8041-C8CFD245546C}">
      <dgm:prSet/>
      <dgm:spPr/>
      <dgm:t>
        <a:bodyPr/>
        <a:lstStyle/>
        <a:p>
          <a:endParaRPr lang="fr-FR"/>
        </a:p>
      </dgm:t>
    </dgm:pt>
    <dgm:pt modelId="{28F9475C-08E3-4F88-88FC-1FAEF5023249}" type="sibTrans" cxnId="{E6E19E71-7D5C-4708-8041-C8CFD245546C}">
      <dgm:prSet/>
      <dgm:spPr/>
      <dgm:t>
        <a:bodyPr/>
        <a:lstStyle/>
        <a:p>
          <a:endParaRPr lang="fr-FR"/>
        </a:p>
      </dgm:t>
    </dgm:pt>
    <dgm:pt modelId="{0C572713-6FDF-4A41-9A22-38E37267865C}">
      <dgm:prSet phldrT="[Texte]"/>
      <dgm:spPr/>
      <dgm:t>
        <a:bodyPr/>
        <a:lstStyle/>
        <a:p>
          <a:r>
            <a:rPr lang="fr-FR" dirty="0">
              <a:latin typeface="Calibri Light" panose="020F0302020204030204" pitchFamily="34" charset="0"/>
              <a:cs typeface="Calibri Light" panose="020F0302020204030204" pitchFamily="34" charset="0"/>
            </a:rPr>
            <a:t>Accessibilité</a:t>
          </a:r>
        </a:p>
      </dgm:t>
    </dgm:pt>
    <dgm:pt modelId="{15F16D7B-FA7B-4EB6-B3E1-E88B1598F2D0}" type="parTrans" cxnId="{423BA037-4B93-44B7-AA0A-0B099937D1E0}">
      <dgm:prSet/>
      <dgm:spPr/>
      <dgm:t>
        <a:bodyPr/>
        <a:lstStyle/>
        <a:p>
          <a:endParaRPr lang="fr-FR"/>
        </a:p>
      </dgm:t>
    </dgm:pt>
    <dgm:pt modelId="{E3FC187E-265F-4E80-BCEE-3CBE8E2314A3}" type="sibTrans" cxnId="{423BA037-4B93-44B7-AA0A-0B099937D1E0}">
      <dgm:prSet/>
      <dgm:spPr/>
      <dgm:t>
        <a:bodyPr/>
        <a:lstStyle/>
        <a:p>
          <a:endParaRPr lang="fr-FR"/>
        </a:p>
      </dgm:t>
    </dgm:pt>
    <dgm:pt modelId="{888FC3C2-4F85-449E-98F8-4265DB635EF9}" type="pres">
      <dgm:prSet presAssocID="{9142491D-DC8B-4D0C-8D23-5E88537DD0E1}" presName="Name0" presStyleCnt="0">
        <dgm:presLayoutVars>
          <dgm:dir/>
          <dgm:resizeHandles val="exact"/>
        </dgm:presLayoutVars>
      </dgm:prSet>
      <dgm:spPr/>
    </dgm:pt>
    <dgm:pt modelId="{AF0379F1-1804-4711-B174-24E43793B21C}" type="pres">
      <dgm:prSet presAssocID="{88AD9467-B61D-471D-A6D4-F93D79599F68}" presName="compNode" presStyleCnt="0"/>
      <dgm:spPr/>
    </dgm:pt>
    <dgm:pt modelId="{8FE9A03F-A7CB-46D8-BFCF-C97896F8F467}" type="pres">
      <dgm:prSet presAssocID="{88AD9467-B61D-471D-A6D4-F93D79599F68}" presName="pictRect" presStyleLbl="node1" presStyleIdx="0" presStyleCnt="10"/>
      <dgm:spPr>
        <a:blipFill>
          <a:blip xmlns:r="http://schemas.openxmlformats.org/officeDocument/2006/relationships" r:embed="rId1"/>
          <a:srcRect/>
          <a:stretch>
            <a:fillRect l="-2000" r="-2000"/>
          </a:stretch>
        </a:blipFill>
      </dgm:spPr>
      <dgm:extLst>
        <a:ext uri="{E40237B7-FDA0-4F09-8148-C483321AD2D9}">
          <dgm14:cNvPr xmlns:dgm14="http://schemas.microsoft.com/office/drawing/2010/diagram" id="0" name="" descr="Homme d'affaires regardant une tablette"/>
        </a:ext>
      </dgm:extLst>
    </dgm:pt>
    <dgm:pt modelId="{36CA4A9A-1EC1-47B3-851D-81F7ADD9F370}" type="pres">
      <dgm:prSet presAssocID="{88AD9467-B61D-471D-A6D4-F93D79599F68}" presName="textRect" presStyleLbl="revTx" presStyleIdx="0" presStyleCnt="10">
        <dgm:presLayoutVars>
          <dgm:bulletEnabled val="1"/>
        </dgm:presLayoutVars>
      </dgm:prSet>
      <dgm:spPr/>
    </dgm:pt>
    <dgm:pt modelId="{677E14A0-0325-4343-9B0E-25D93F41EB2A}" type="pres">
      <dgm:prSet presAssocID="{53955E41-EE1E-47A4-894D-4DBACD647908}" presName="sibTrans" presStyleLbl="sibTrans2D1" presStyleIdx="0" presStyleCnt="0"/>
      <dgm:spPr/>
    </dgm:pt>
    <dgm:pt modelId="{282333AE-5484-41B6-8D80-E04B5F741146}" type="pres">
      <dgm:prSet presAssocID="{F5FEB88B-E9B1-4200-9150-B4364653EEA9}" presName="compNode" presStyleCnt="0"/>
      <dgm:spPr/>
    </dgm:pt>
    <dgm:pt modelId="{820BA4BC-0CF1-4A61-B463-0AE36A74590A}" type="pres">
      <dgm:prSet presAssocID="{F5FEB88B-E9B1-4200-9150-B4364653EEA9}" presName="pictRect" presStyleLbl="node1" presStyleIdx="1" presStyleCnt="10"/>
      <dgm:spPr>
        <a:blipFill>
          <a:blip xmlns:r="http://schemas.openxmlformats.org/officeDocument/2006/relationships" r:embed="rId2">
            <a:extLst>
              <a:ext uri="{28A0092B-C50C-407E-A947-70E740481C1C}">
                <a14:useLocalDpi xmlns:a14="http://schemas.microsoft.com/office/drawing/2010/main" val="0"/>
              </a:ext>
            </a:extLst>
          </a:blip>
          <a:srcRect/>
          <a:stretch>
            <a:fillRect l="-2000" r="-2000"/>
          </a:stretch>
        </a:blipFill>
      </dgm:spPr>
      <dgm:extLst>
        <a:ext uri="{E40237B7-FDA0-4F09-8148-C483321AD2D9}">
          <dgm14:cNvPr xmlns:dgm14="http://schemas.microsoft.com/office/drawing/2010/diagram" id="0" name="" descr="Travailleur portant un casque de sécurité"/>
        </a:ext>
      </dgm:extLst>
    </dgm:pt>
    <dgm:pt modelId="{F92ED5F3-5140-49EF-BFA6-1398908110B2}" type="pres">
      <dgm:prSet presAssocID="{F5FEB88B-E9B1-4200-9150-B4364653EEA9}" presName="textRect" presStyleLbl="revTx" presStyleIdx="1" presStyleCnt="10">
        <dgm:presLayoutVars>
          <dgm:bulletEnabled val="1"/>
        </dgm:presLayoutVars>
      </dgm:prSet>
      <dgm:spPr/>
    </dgm:pt>
    <dgm:pt modelId="{53F8DE28-5E3A-41C9-BE29-2E0A2CC7625A}" type="pres">
      <dgm:prSet presAssocID="{012B654B-5C9C-4BB2-8BF0-745E21E7AB10}" presName="sibTrans" presStyleLbl="sibTrans2D1" presStyleIdx="0" presStyleCnt="0"/>
      <dgm:spPr/>
    </dgm:pt>
    <dgm:pt modelId="{4FCDE095-3439-4A2E-A883-380F67FF64AF}" type="pres">
      <dgm:prSet presAssocID="{AE81B9A3-330A-45B4-ADBF-83A47C146A28}" presName="compNode" presStyleCnt="0"/>
      <dgm:spPr/>
    </dgm:pt>
    <dgm:pt modelId="{EEB2ECD4-6C04-448E-A990-949201CA60BD}" type="pres">
      <dgm:prSet presAssocID="{AE81B9A3-330A-45B4-ADBF-83A47C146A28}" presName="pictRect" presStyleLbl="node1" presStyleIdx="2" presStyleCnt="10"/>
      <dgm:spPr>
        <a:blipFill>
          <a:blip xmlns:r="http://schemas.openxmlformats.org/officeDocument/2006/relationships" r:embed="rId3">
            <a:extLst>
              <a:ext uri="{28A0092B-C50C-407E-A947-70E740481C1C}">
                <a14:useLocalDpi xmlns:a14="http://schemas.microsoft.com/office/drawing/2010/main" val="0"/>
              </a:ext>
            </a:extLst>
          </a:blip>
          <a:srcRect/>
          <a:stretch>
            <a:fillRect l="-7000" r="-7000"/>
          </a:stretch>
        </a:blipFill>
      </dgm:spPr>
      <dgm:extLst>
        <a:ext uri="{E40237B7-FDA0-4F09-8148-C483321AD2D9}">
          <dgm14:cNvPr xmlns:dgm14="http://schemas.microsoft.com/office/drawing/2010/diagram" id="0" name="" descr="Pierres en équilibre sur un bois"/>
        </a:ext>
      </dgm:extLst>
    </dgm:pt>
    <dgm:pt modelId="{7E80355F-5B38-4B07-8981-91B4E2349069}" type="pres">
      <dgm:prSet presAssocID="{AE81B9A3-330A-45B4-ADBF-83A47C146A28}" presName="textRect" presStyleLbl="revTx" presStyleIdx="2" presStyleCnt="10">
        <dgm:presLayoutVars>
          <dgm:bulletEnabled val="1"/>
        </dgm:presLayoutVars>
      </dgm:prSet>
      <dgm:spPr/>
    </dgm:pt>
    <dgm:pt modelId="{6D74ABA2-0472-49E7-8064-41BFE491F8FB}" type="pres">
      <dgm:prSet presAssocID="{202A0726-3823-4E77-A08F-21E50BCEDF16}" presName="sibTrans" presStyleLbl="sibTrans2D1" presStyleIdx="0" presStyleCnt="0"/>
      <dgm:spPr/>
    </dgm:pt>
    <dgm:pt modelId="{4174AF4A-6987-46A8-8CB8-D4C93C92894F}" type="pres">
      <dgm:prSet presAssocID="{7818F0D2-1784-43F9-92A8-ACD8ADCA80E6}" presName="compNode" presStyleCnt="0"/>
      <dgm:spPr/>
    </dgm:pt>
    <dgm:pt modelId="{5F18EAAF-4CFB-42AD-8784-106086C360A8}" type="pres">
      <dgm:prSet presAssocID="{7818F0D2-1784-43F9-92A8-ACD8ADCA80E6}" presName="pictRect" presStyleLbl="node1" presStyleIdx="3" presStyleCnt="10"/>
      <dgm:spPr>
        <a:blipFill>
          <a:blip xmlns:r="http://schemas.openxmlformats.org/officeDocument/2006/relationships" r:embed="rId4">
            <a:extLst>
              <a:ext uri="{28A0092B-C50C-407E-A947-70E740481C1C}">
                <a14:useLocalDpi xmlns:a14="http://schemas.microsoft.com/office/drawing/2010/main" val="0"/>
              </a:ext>
            </a:extLst>
          </a:blip>
          <a:srcRect/>
          <a:stretch>
            <a:fillRect l="-2000" r="-2000"/>
          </a:stretch>
        </a:blipFill>
      </dgm:spPr>
      <dgm:extLst>
        <a:ext uri="{E40237B7-FDA0-4F09-8148-C483321AD2D9}">
          <dgm14:cNvPr xmlns:dgm14="http://schemas.microsoft.com/office/drawing/2010/diagram" id="0" name="" descr="Femme d'affaires au tableau blanc dirigeant une réunion dans la salle de conférence"/>
        </a:ext>
      </dgm:extLst>
    </dgm:pt>
    <dgm:pt modelId="{CE437F6E-6C94-4F12-AC7B-C33D1A9A08A1}" type="pres">
      <dgm:prSet presAssocID="{7818F0D2-1784-43F9-92A8-ACD8ADCA80E6}" presName="textRect" presStyleLbl="revTx" presStyleIdx="3" presStyleCnt="10">
        <dgm:presLayoutVars>
          <dgm:bulletEnabled val="1"/>
        </dgm:presLayoutVars>
      </dgm:prSet>
      <dgm:spPr/>
    </dgm:pt>
    <dgm:pt modelId="{DB9E8910-E7E8-4A61-A11A-1E2BA8177D9F}" type="pres">
      <dgm:prSet presAssocID="{88F58F77-1609-4149-8263-C9E49016D5DB}" presName="sibTrans" presStyleLbl="sibTrans2D1" presStyleIdx="0" presStyleCnt="0"/>
      <dgm:spPr/>
    </dgm:pt>
    <dgm:pt modelId="{7F28160F-E7E6-4DD3-8689-09ED3FBCDDDC}" type="pres">
      <dgm:prSet presAssocID="{5F530A26-0CEF-48AD-A4AE-4213C5651702}" presName="compNode" presStyleCnt="0"/>
      <dgm:spPr/>
    </dgm:pt>
    <dgm:pt modelId="{ECBECBF2-9517-498E-B798-7E57986AD536}" type="pres">
      <dgm:prSet presAssocID="{5F530A26-0CEF-48AD-A4AE-4213C5651702}" presName="pictRect" presStyleLbl="node1" presStyleIdx="4" presStyleCnt="10"/>
      <dgm:spPr>
        <a:blipFill>
          <a:blip xmlns:r="http://schemas.openxmlformats.org/officeDocument/2006/relationships" r:embed="rId5">
            <a:extLst>
              <a:ext uri="{28A0092B-C50C-407E-A947-70E740481C1C}">
                <a14:useLocalDpi xmlns:a14="http://schemas.microsoft.com/office/drawing/2010/main" val="0"/>
              </a:ext>
            </a:extLst>
          </a:blip>
          <a:srcRect/>
          <a:stretch>
            <a:fillRect l="-11000" r="-11000"/>
          </a:stretch>
        </a:blipFill>
      </dgm:spPr>
      <dgm:extLst>
        <a:ext uri="{E40237B7-FDA0-4F09-8148-C483321AD2D9}">
          <dgm14:cNvPr xmlns:dgm14="http://schemas.microsoft.com/office/drawing/2010/diagram" id="0" name="" descr="Appareil et cadenas"/>
        </a:ext>
      </dgm:extLst>
    </dgm:pt>
    <dgm:pt modelId="{7A64DEBB-0039-4A75-8A1D-DF503698860A}" type="pres">
      <dgm:prSet presAssocID="{5F530A26-0CEF-48AD-A4AE-4213C5651702}" presName="textRect" presStyleLbl="revTx" presStyleIdx="4" presStyleCnt="10">
        <dgm:presLayoutVars>
          <dgm:bulletEnabled val="1"/>
        </dgm:presLayoutVars>
      </dgm:prSet>
      <dgm:spPr/>
    </dgm:pt>
    <dgm:pt modelId="{2A44DDF6-B479-49AF-9E40-9E48D76AE52B}" type="pres">
      <dgm:prSet presAssocID="{7760460F-3E65-46D9-ADE1-10AF4B288FA0}" presName="sibTrans" presStyleLbl="sibTrans2D1" presStyleIdx="0" presStyleCnt="0"/>
      <dgm:spPr/>
    </dgm:pt>
    <dgm:pt modelId="{648CE9E7-A7FB-41D8-BD3B-CD1670CEC401}" type="pres">
      <dgm:prSet presAssocID="{C9DE265E-9CBC-4220-8849-AFF2C78C8A77}" presName="compNode" presStyleCnt="0"/>
      <dgm:spPr/>
    </dgm:pt>
    <dgm:pt modelId="{3FA12FD0-DC13-4CBD-A612-CACB84570D95}" type="pres">
      <dgm:prSet presAssocID="{C9DE265E-9CBC-4220-8849-AFF2C78C8A77}" presName="pictRect" presStyleLbl="node1" presStyleIdx="5" presStyleCnt="10"/>
      <dgm:spPr>
        <a:blipFill>
          <a:blip xmlns:r="http://schemas.openxmlformats.org/officeDocument/2006/relationships" r:embed="rId6">
            <a:extLst>
              <a:ext uri="{28A0092B-C50C-407E-A947-70E740481C1C}">
                <a14:useLocalDpi xmlns:a14="http://schemas.microsoft.com/office/drawing/2010/main" val="0"/>
              </a:ext>
            </a:extLst>
          </a:blip>
          <a:srcRect/>
          <a:stretch>
            <a:fillRect l="-2000" r="-2000"/>
          </a:stretch>
        </a:blipFill>
      </dgm:spPr>
      <dgm:extLst>
        <a:ext uri="{E40237B7-FDA0-4F09-8148-C483321AD2D9}">
          <dgm14:cNvPr xmlns:dgm14="http://schemas.microsoft.com/office/drawing/2010/diagram" id="0" name="" descr="Balances de justice sur arrière-plan bleu"/>
        </a:ext>
      </dgm:extLst>
    </dgm:pt>
    <dgm:pt modelId="{A877F9E3-7E83-41C5-81ED-A16088BF7698}" type="pres">
      <dgm:prSet presAssocID="{C9DE265E-9CBC-4220-8849-AFF2C78C8A77}" presName="textRect" presStyleLbl="revTx" presStyleIdx="5" presStyleCnt="10">
        <dgm:presLayoutVars>
          <dgm:bulletEnabled val="1"/>
        </dgm:presLayoutVars>
      </dgm:prSet>
      <dgm:spPr/>
    </dgm:pt>
    <dgm:pt modelId="{74E2A1A0-FFB2-4F29-B172-18765F93A481}" type="pres">
      <dgm:prSet presAssocID="{551E7970-300C-49D1-A35B-A1E16CD3346D}" presName="sibTrans" presStyleLbl="sibTrans2D1" presStyleIdx="0" presStyleCnt="0"/>
      <dgm:spPr/>
    </dgm:pt>
    <dgm:pt modelId="{7521B18D-E22E-4F87-B42C-EB1404074994}" type="pres">
      <dgm:prSet presAssocID="{CC8DE771-9B9B-49D3-8539-8B8D92207B67}" presName="compNode" presStyleCnt="0"/>
      <dgm:spPr/>
    </dgm:pt>
    <dgm:pt modelId="{C42147ED-62E9-4730-8BBD-266DBD0E1434}" type="pres">
      <dgm:prSet presAssocID="{CC8DE771-9B9B-49D3-8539-8B8D92207B67}" presName="pictRect" presStyleLbl="node1" presStyleIdx="6" presStyleCnt="10"/>
      <dgm:spPr>
        <a:blipFill>
          <a:blip xmlns:r="http://schemas.openxmlformats.org/officeDocument/2006/relationships" r:embed="rId7">
            <a:extLst>
              <a:ext uri="{28A0092B-C50C-407E-A947-70E740481C1C}">
                <a14:useLocalDpi xmlns:a14="http://schemas.microsoft.com/office/drawing/2010/main" val="0"/>
              </a:ext>
            </a:extLst>
          </a:blip>
          <a:srcRect/>
          <a:stretch>
            <a:fillRect l="-3000" r="-3000"/>
          </a:stretch>
        </a:blipFill>
      </dgm:spPr>
      <dgm:extLst>
        <a:ext uri="{E40237B7-FDA0-4F09-8148-C483321AD2D9}">
          <dgm14:cNvPr xmlns:dgm14="http://schemas.microsoft.com/office/drawing/2010/diagram" id="0" name="" descr="Femme avec un ordinateur portable dans une salle de serveur"/>
        </a:ext>
      </dgm:extLst>
    </dgm:pt>
    <dgm:pt modelId="{077BAEC4-3BB9-4CF3-A34D-22F8DCCEA61D}" type="pres">
      <dgm:prSet presAssocID="{CC8DE771-9B9B-49D3-8539-8B8D92207B67}" presName="textRect" presStyleLbl="revTx" presStyleIdx="6" presStyleCnt="10">
        <dgm:presLayoutVars>
          <dgm:bulletEnabled val="1"/>
        </dgm:presLayoutVars>
      </dgm:prSet>
      <dgm:spPr/>
    </dgm:pt>
    <dgm:pt modelId="{D7C09AAA-A345-4F2E-83AC-CBF41A2A41E6}" type="pres">
      <dgm:prSet presAssocID="{7D63B2C8-88E2-4086-9471-2BD4AFD4749C}" presName="sibTrans" presStyleLbl="sibTrans2D1" presStyleIdx="0" presStyleCnt="0"/>
      <dgm:spPr/>
    </dgm:pt>
    <dgm:pt modelId="{C9DA9299-75E1-4BFB-8595-76899EBEF5A3}" type="pres">
      <dgm:prSet presAssocID="{93D92578-D933-4245-8C2C-A6836BC387AB}" presName="compNode" presStyleCnt="0"/>
      <dgm:spPr/>
    </dgm:pt>
    <dgm:pt modelId="{E14C8862-C623-4560-BFA6-AA0625C76E75}" type="pres">
      <dgm:prSet presAssocID="{93D92578-D933-4245-8C2C-A6836BC387AB}" presName="pictRect" presStyleLbl="node1" presStyleIdx="7" presStyleCnt="10"/>
      <dgm:spPr>
        <a:blipFill>
          <a:blip xmlns:r="http://schemas.openxmlformats.org/officeDocument/2006/relationships" r:embed="rId8">
            <a:extLst>
              <a:ext uri="{28A0092B-C50C-407E-A947-70E740481C1C}">
                <a14:useLocalDpi xmlns:a14="http://schemas.microsoft.com/office/drawing/2010/main" val="0"/>
              </a:ext>
            </a:extLst>
          </a:blip>
          <a:srcRect/>
          <a:stretch>
            <a:fillRect l="-11000" r="-11000"/>
          </a:stretch>
        </a:blipFill>
      </dgm:spPr>
      <dgm:extLst>
        <a:ext uri="{E40237B7-FDA0-4F09-8148-C483321AD2D9}">
          <dgm14:cNvPr xmlns:dgm14="http://schemas.microsoft.com/office/drawing/2010/diagram" id="0" name="" descr="Processeur avec des nombres binaires et un plan d'aménagement"/>
        </a:ext>
      </dgm:extLst>
    </dgm:pt>
    <dgm:pt modelId="{8E81B8E7-4E64-40A0-B2E6-7D22537D37B4}" type="pres">
      <dgm:prSet presAssocID="{93D92578-D933-4245-8C2C-A6836BC387AB}" presName="textRect" presStyleLbl="revTx" presStyleIdx="7" presStyleCnt="10">
        <dgm:presLayoutVars>
          <dgm:bulletEnabled val="1"/>
        </dgm:presLayoutVars>
      </dgm:prSet>
      <dgm:spPr/>
    </dgm:pt>
    <dgm:pt modelId="{1984DB8E-17D3-488F-A6D0-3A0655533864}" type="pres">
      <dgm:prSet presAssocID="{3D171A00-C0C3-46AE-9C00-1DBB6D767BBC}" presName="sibTrans" presStyleLbl="sibTrans2D1" presStyleIdx="0" presStyleCnt="0"/>
      <dgm:spPr/>
    </dgm:pt>
    <dgm:pt modelId="{A5938A30-592A-455E-BF2D-B338DB5FC89F}" type="pres">
      <dgm:prSet presAssocID="{F5494324-1254-481A-9C8E-AAD582685A62}" presName="compNode" presStyleCnt="0"/>
      <dgm:spPr/>
    </dgm:pt>
    <dgm:pt modelId="{5DF32304-DBD6-4345-98D1-95FAC929E44E}" type="pres">
      <dgm:prSet presAssocID="{F5494324-1254-481A-9C8E-AAD582685A62}" presName="pictRect" presStyleLbl="node1" presStyleIdx="8" presStyleCnt="10"/>
      <dgm:spPr>
        <a:blipFill>
          <a:blip xmlns:r="http://schemas.openxmlformats.org/officeDocument/2006/relationships" r:embed="rId9">
            <a:extLst>
              <a:ext uri="{28A0092B-C50C-407E-A947-70E740481C1C}">
                <a14:useLocalDpi xmlns:a14="http://schemas.microsoft.com/office/drawing/2010/main" val="0"/>
              </a:ext>
            </a:extLst>
          </a:blip>
          <a:srcRect/>
          <a:stretch>
            <a:fillRect l="-14000" r="-14000"/>
          </a:stretch>
        </a:blipFill>
      </dgm:spPr>
      <dgm:extLst>
        <a:ext uri="{E40237B7-FDA0-4F09-8148-C483321AD2D9}">
          <dgm14:cNvPr xmlns:dgm14="http://schemas.microsoft.com/office/drawing/2010/diagram" id="0" name="" descr="Flacon en plastique jeté sur une plage"/>
        </a:ext>
      </dgm:extLst>
    </dgm:pt>
    <dgm:pt modelId="{B7C1EA7F-A2FD-4835-8CDC-19C6644F0F01}" type="pres">
      <dgm:prSet presAssocID="{F5494324-1254-481A-9C8E-AAD582685A62}" presName="textRect" presStyleLbl="revTx" presStyleIdx="8" presStyleCnt="10">
        <dgm:presLayoutVars>
          <dgm:bulletEnabled val="1"/>
        </dgm:presLayoutVars>
      </dgm:prSet>
      <dgm:spPr/>
    </dgm:pt>
    <dgm:pt modelId="{5D024C5B-F6F5-4BDC-91BC-AF47B3187801}" type="pres">
      <dgm:prSet presAssocID="{28F9475C-08E3-4F88-88FC-1FAEF5023249}" presName="sibTrans" presStyleLbl="sibTrans2D1" presStyleIdx="0" presStyleCnt="0"/>
      <dgm:spPr/>
    </dgm:pt>
    <dgm:pt modelId="{079C7947-B47B-464A-B2BE-A4F64A903C89}" type="pres">
      <dgm:prSet presAssocID="{0C572713-6FDF-4A41-9A22-38E37267865C}" presName="compNode" presStyleCnt="0"/>
      <dgm:spPr/>
    </dgm:pt>
    <dgm:pt modelId="{319DB9E1-058C-4310-A569-B83C93185B14}" type="pres">
      <dgm:prSet presAssocID="{0C572713-6FDF-4A41-9A22-38E37267865C}" presName="pictRect" presStyleLbl="node1" presStyleIdx="9" presStyleCnt="10"/>
      <dgm:spPr>
        <a:blipFill>
          <a:blip xmlns:r="http://schemas.openxmlformats.org/officeDocument/2006/relationships" r:embed="rId10">
            <a:extLst>
              <a:ext uri="{28A0092B-C50C-407E-A947-70E740481C1C}">
                <a14:useLocalDpi xmlns:a14="http://schemas.microsoft.com/office/drawing/2010/main" val="0"/>
              </a:ext>
            </a:extLst>
          </a:blip>
          <a:srcRect/>
          <a:stretch>
            <a:fillRect l="-2000" r="-2000"/>
          </a:stretch>
        </a:blipFill>
      </dgm:spPr>
      <dgm:extLst>
        <a:ext uri="{E40237B7-FDA0-4F09-8148-C483321AD2D9}">
          <dgm14:cNvPr xmlns:dgm14="http://schemas.microsoft.com/office/drawing/2010/diagram" id="0" name="" descr="Place de parking pour handicapés"/>
        </a:ext>
      </dgm:extLst>
    </dgm:pt>
    <dgm:pt modelId="{85C8F492-C95B-47CC-93D2-88274985A366}" type="pres">
      <dgm:prSet presAssocID="{0C572713-6FDF-4A41-9A22-38E37267865C}" presName="textRect" presStyleLbl="revTx" presStyleIdx="9" presStyleCnt="10">
        <dgm:presLayoutVars>
          <dgm:bulletEnabled val="1"/>
        </dgm:presLayoutVars>
      </dgm:prSet>
      <dgm:spPr/>
    </dgm:pt>
  </dgm:ptLst>
  <dgm:cxnLst>
    <dgm:cxn modelId="{47CA4E01-41E4-404A-A266-BA49D5E315CA}" type="presOf" srcId="{7D63B2C8-88E2-4086-9471-2BD4AFD4749C}" destId="{D7C09AAA-A345-4F2E-83AC-CBF41A2A41E6}" srcOrd="0" destOrd="0" presId="urn:microsoft.com/office/officeart/2005/8/layout/pList1"/>
    <dgm:cxn modelId="{524D9B0C-8186-419A-80C6-B5713281372B}" type="presOf" srcId="{CC8DE771-9B9B-49D3-8539-8B8D92207B67}" destId="{077BAEC4-3BB9-4CF3-A34D-22F8DCCEA61D}" srcOrd="0" destOrd="0" presId="urn:microsoft.com/office/officeart/2005/8/layout/pList1"/>
    <dgm:cxn modelId="{931DD915-DE51-401D-8EC7-53960A1B3228}" srcId="{9142491D-DC8B-4D0C-8D23-5E88537DD0E1}" destId="{C9DE265E-9CBC-4220-8849-AFF2C78C8A77}" srcOrd="5" destOrd="0" parTransId="{5E3B02C1-5571-4174-9AC2-CE1A4539E455}" sibTransId="{551E7970-300C-49D1-A35B-A1E16CD3346D}"/>
    <dgm:cxn modelId="{9D9CCC1B-6903-4186-8487-65F5041FEEBF}" srcId="{9142491D-DC8B-4D0C-8D23-5E88537DD0E1}" destId="{F5FEB88B-E9B1-4200-9150-B4364653EEA9}" srcOrd="1" destOrd="0" parTransId="{EC03CD54-BA35-4C22-9A8A-DC756824AE54}" sibTransId="{012B654B-5C9C-4BB2-8BF0-745E21E7AB10}"/>
    <dgm:cxn modelId="{FD94DA1C-D178-40F1-8651-AAA0F2B4B12C}" srcId="{9142491D-DC8B-4D0C-8D23-5E88537DD0E1}" destId="{5F530A26-0CEF-48AD-A4AE-4213C5651702}" srcOrd="4" destOrd="0" parTransId="{8D3AA22C-5444-4C1B-9640-51E411A832D1}" sibTransId="{7760460F-3E65-46D9-ADE1-10AF4B288FA0}"/>
    <dgm:cxn modelId="{3BD0A720-2A19-4747-8A8C-D87A023814B5}" type="presOf" srcId="{202A0726-3823-4E77-A08F-21E50BCEDF16}" destId="{6D74ABA2-0472-49E7-8064-41BFE491F8FB}" srcOrd="0" destOrd="0" presId="urn:microsoft.com/office/officeart/2005/8/layout/pList1"/>
    <dgm:cxn modelId="{C8440132-5B5D-4B76-BA27-FB0102F86680}" type="presOf" srcId="{7760460F-3E65-46D9-ADE1-10AF4B288FA0}" destId="{2A44DDF6-B479-49AF-9E40-9E48D76AE52B}" srcOrd="0" destOrd="0" presId="urn:microsoft.com/office/officeart/2005/8/layout/pList1"/>
    <dgm:cxn modelId="{276FE334-45CD-423B-AEBB-CE99EE644032}" type="presOf" srcId="{5F530A26-0CEF-48AD-A4AE-4213C5651702}" destId="{7A64DEBB-0039-4A75-8A1D-DF503698860A}" srcOrd="0" destOrd="0" presId="urn:microsoft.com/office/officeart/2005/8/layout/pList1"/>
    <dgm:cxn modelId="{423BA037-4B93-44B7-AA0A-0B099937D1E0}" srcId="{9142491D-DC8B-4D0C-8D23-5E88537DD0E1}" destId="{0C572713-6FDF-4A41-9A22-38E37267865C}" srcOrd="9" destOrd="0" parTransId="{15F16D7B-FA7B-4EB6-B3E1-E88B1598F2D0}" sibTransId="{E3FC187E-265F-4E80-BCEE-3CBE8E2314A3}"/>
    <dgm:cxn modelId="{23C66742-E040-47CC-882E-0D9FAB9F286A}" srcId="{9142491D-DC8B-4D0C-8D23-5E88537DD0E1}" destId="{93D92578-D933-4245-8C2C-A6836BC387AB}" srcOrd="7" destOrd="0" parTransId="{1C42EDC0-7972-4925-9CEE-9DCBC8323CE8}" sibTransId="{3D171A00-C0C3-46AE-9C00-1DBB6D767BBC}"/>
    <dgm:cxn modelId="{6DCA0467-F51F-48E0-8499-2463BB49DCAC}" srcId="{9142491D-DC8B-4D0C-8D23-5E88537DD0E1}" destId="{7818F0D2-1784-43F9-92A8-ACD8ADCA80E6}" srcOrd="3" destOrd="0" parTransId="{90415970-2815-45E2-8D28-D0CBED7C7168}" sibTransId="{88F58F77-1609-4149-8263-C9E49016D5DB}"/>
    <dgm:cxn modelId="{B5CD3468-0802-4DF6-A1C1-95AC82F645FC}" type="presOf" srcId="{7818F0D2-1784-43F9-92A8-ACD8ADCA80E6}" destId="{CE437F6E-6C94-4F12-AC7B-C33D1A9A08A1}" srcOrd="0" destOrd="0" presId="urn:microsoft.com/office/officeart/2005/8/layout/pList1"/>
    <dgm:cxn modelId="{E6E19E71-7D5C-4708-8041-C8CFD245546C}" srcId="{9142491D-DC8B-4D0C-8D23-5E88537DD0E1}" destId="{F5494324-1254-481A-9C8E-AAD582685A62}" srcOrd="8" destOrd="0" parTransId="{7DE44812-6126-4C70-AB98-FF017DB01403}" sibTransId="{28F9475C-08E3-4F88-88FC-1FAEF5023249}"/>
    <dgm:cxn modelId="{D4CABD7D-CF95-4D3F-86A8-E8955424EBB4}" srcId="{9142491D-DC8B-4D0C-8D23-5E88537DD0E1}" destId="{CC8DE771-9B9B-49D3-8539-8B8D92207B67}" srcOrd="6" destOrd="0" parTransId="{D0E09515-3342-4508-892C-AE1D0D239D20}" sibTransId="{7D63B2C8-88E2-4086-9471-2BD4AFD4749C}"/>
    <dgm:cxn modelId="{DE80FF80-D41E-4181-9FB2-9D94E3229895}" type="presOf" srcId="{F5FEB88B-E9B1-4200-9150-B4364653EEA9}" destId="{F92ED5F3-5140-49EF-BFA6-1398908110B2}" srcOrd="0" destOrd="0" presId="urn:microsoft.com/office/officeart/2005/8/layout/pList1"/>
    <dgm:cxn modelId="{5DCFC385-BB41-4328-8B7C-715AC0FB753A}" srcId="{9142491D-DC8B-4D0C-8D23-5E88537DD0E1}" destId="{AE81B9A3-330A-45B4-ADBF-83A47C146A28}" srcOrd="2" destOrd="0" parTransId="{365718F0-4804-4030-BFDA-177EB86E79FF}" sibTransId="{202A0726-3823-4E77-A08F-21E50BCEDF16}"/>
    <dgm:cxn modelId="{7FF52C8F-28B1-4A14-B3D4-69E1AF798069}" type="presOf" srcId="{F5494324-1254-481A-9C8E-AAD582685A62}" destId="{B7C1EA7F-A2FD-4835-8CDC-19C6644F0F01}" srcOrd="0" destOrd="0" presId="urn:microsoft.com/office/officeart/2005/8/layout/pList1"/>
    <dgm:cxn modelId="{C3CE19A4-A411-46AA-B64F-89419DACDF0C}" type="presOf" srcId="{3D171A00-C0C3-46AE-9C00-1DBB6D767BBC}" destId="{1984DB8E-17D3-488F-A6D0-3A0655533864}" srcOrd="0" destOrd="0" presId="urn:microsoft.com/office/officeart/2005/8/layout/pList1"/>
    <dgm:cxn modelId="{995439AC-CF74-425D-AD83-87BBF31205F3}" type="presOf" srcId="{53955E41-EE1E-47A4-894D-4DBACD647908}" destId="{677E14A0-0325-4343-9B0E-25D93F41EB2A}" srcOrd="0" destOrd="0" presId="urn:microsoft.com/office/officeart/2005/8/layout/pList1"/>
    <dgm:cxn modelId="{E4E695AF-F780-43CE-8567-F5D2944D62B2}" type="presOf" srcId="{C9DE265E-9CBC-4220-8849-AFF2C78C8A77}" destId="{A877F9E3-7E83-41C5-81ED-A16088BF7698}" srcOrd="0" destOrd="0" presId="urn:microsoft.com/office/officeart/2005/8/layout/pList1"/>
    <dgm:cxn modelId="{4884D3B9-41FC-48E5-AC6F-A2C3CD6913C1}" type="presOf" srcId="{0C572713-6FDF-4A41-9A22-38E37267865C}" destId="{85C8F492-C95B-47CC-93D2-88274985A366}" srcOrd="0" destOrd="0" presId="urn:microsoft.com/office/officeart/2005/8/layout/pList1"/>
    <dgm:cxn modelId="{46A1CCBD-06F1-453D-B74B-819F3537205A}" type="presOf" srcId="{551E7970-300C-49D1-A35B-A1E16CD3346D}" destId="{74E2A1A0-FFB2-4F29-B172-18765F93A481}" srcOrd="0" destOrd="0" presId="urn:microsoft.com/office/officeart/2005/8/layout/pList1"/>
    <dgm:cxn modelId="{744DC7C8-08B9-489B-A6CB-C638A06F203A}" type="presOf" srcId="{AE81B9A3-330A-45B4-ADBF-83A47C146A28}" destId="{7E80355F-5B38-4B07-8981-91B4E2349069}" srcOrd="0" destOrd="0" presId="urn:microsoft.com/office/officeart/2005/8/layout/pList1"/>
    <dgm:cxn modelId="{B504C1D3-AC6C-45D9-B883-C700CC706BB7}" type="presOf" srcId="{88AD9467-B61D-471D-A6D4-F93D79599F68}" destId="{36CA4A9A-1EC1-47B3-851D-81F7ADD9F370}" srcOrd="0" destOrd="0" presId="urn:microsoft.com/office/officeart/2005/8/layout/pList1"/>
    <dgm:cxn modelId="{01C3B4D6-1FE0-40C2-9765-2CB0CD71FF61}" srcId="{9142491D-DC8B-4D0C-8D23-5E88537DD0E1}" destId="{88AD9467-B61D-471D-A6D4-F93D79599F68}" srcOrd="0" destOrd="0" parTransId="{8300C1BA-03E3-439E-86DC-63DFF49CD716}" sibTransId="{53955E41-EE1E-47A4-894D-4DBACD647908}"/>
    <dgm:cxn modelId="{8A9B71D7-61BA-42E5-9034-3AC6403172E0}" type="presOf" srcId="{9142491D-DC8B-4D0C-8D23-5E88537DD0E1}" destId="{888FC3C2-4F85-449E-98F8-4265DB635EF9}" srcOrd="0" destOrd="0" presId="urn:microsoft.com/office/officeart/2005/8/layout/pList1"/>
    <dgm:cxn modelId="{B444EED8-D4E9-4B16-B93B-CEC0690BD421}" type="presOf" srcId="{28F9475C-08E3-4F88-88FC-1FAEF5023249}" destId="{5D024C5B-F6F5-4BDC-91BC-AF47B3187801}" srcOrd="0" destOrd="0" presId="urn:microsoft.com/office/officeart/2005/8/layout/pList1"/>
    <dgm:cxn modelId="{FD5E39EE-44F3-4C6C-9292-5004E5E2B80B}" type="presOf" srcId="{012B654B-5C9C-4BB2-8BF0-745E21E7AB10}" destId="{53F8DE28-5E3A-41C9-BE29-2E0A2CC7625A}" srcOrd="0" destOrd="0" presId="urn:microsoft.com/office/officeart/2005/8/layout/pList1"/>
    <dgm:cxn modelId="{A92E17F1-EA60-4BAF-B869-CC863132DD12}" type="presOf" srcId="{93D92578-D933-4245-8C2C-A6836BC387AB}" destId="{8E81B8E7-4E64-40A0-B2E6-7D22537D37B4}" srcOrd="0" destOrd="0" presId="urn:microsoft.com/office/officeart/2005/8/layout/pList1"/>
    <dgm:cxn modelId="{4203F2F9-065C-4D84-9622-808095A83260}" type="presOf" srcId="{88F58F77-1609-4149-8263-C9E49016D5DB}" destId="{DB9E8910-E7E8-4A61-A11A-1E2BA8177D9F}" srcOrd="0" destOrd="0" presId="urn:microsoft.com/office/officeart/2005/8/layout/pList1"/>
    <dgm:cxn modelId="{CA9FD29E-73BD-46C7-84C9-A7E0ADAD8AF2}" type="presParOf" srcId="{888FC3C2-4F85-449E-98F8-4265DB635EF9}" destId="{AF0379F1-1804-4711-B174-24E43793B21C}" srcOrd="0" destOrd="0" presId="urn:microsoft.com/office/officeart/2005/8/layout/pList1"/>
    <dgm:cxn modelId="{C0FDE4ED-DE8A-48F3-B027-7D87F017D396}" type="presParOf" srcId="{AF0379F1-1804-4711-B174-24E43793B21C}" destId="{8FE9A03F-A7CB-46D8-BFCF-C97896F8F467}" srcOrd="0" destOrd="0" presId="urn:microsoft.com/office/officeart/2005/8/layout/pList1"/>
    <dgm:cxn modelId="{BE562749-C9DC-44F4-843A-B34126220D31}" type="presParOf" srcId="{AF0379F1-1804-4711-B174-24E43793B21C}" destId="{36CA4A9A-1EC1-47B3-851D-81F7ADD9F370}" srcOrd="1" destOrd="0" presId="urn:microsoft.com/office/officeart/2005/8/layout/pList1"/>
    <dgm:cxn modelId="{764564F3-7987-48FD-A17A-AF820539449B}" type="presParOf" srcId="{888FC3C2-4F85-449E-98F8-4265DB635EF9}" destId="{677E14A0-0325-4343-9B0E-25D93F41EB2A}" srcOrd="1" destOrd="0" presId="urn:microsoft.com/office/officeart/2005/8/layout/pList1"/>
    <dgm:cxn modelId="{B3290199-DDBB-48FD-BDD0-0529A3A3E9EA}" type="presParOf" srcId="{888FC3C2-4F85-449E-98F8-4265DB635EF9}" destId="{282333AE-5484-41B6-8D80-E04B5F741146}" srcOrd="2" destOrd="0" presId="urn:microsoft.com/office/officeart/2005/8/layout/pList1"/>
    <dgm:cxn modelId="{9759A292-A58C-41DA-B6CB-D049BD8322E5}" type="presParOf" srcId="{282333AE-5484-41B6-8D80-E04B5F741146}" destId="{820BA4BC-0CF1-4A61-B463-0AE36A74590A}" srcOrd="0" destOrd="0" presId="urn:microsoft.com/office/officeart/2005/8/layout/pList1"/>
    <dgm:cxn modelId="{DE796376-632D-4B59-B4F9-57EDDF702B7E}" type="presParOf" srcId="{282333AE-5484-41B6-8D80-E04B5F741146}" destId="{F92ED5F3-5140-49EF-BFA6-1398908110B2}" srcOrd="1" destOrd="0" presId="urn:microsoft.com/office/officeart/2005/8/layout/pList1"/>
    <dgm:cxn modelId="{5C519144-CB5A-4CCC-A6D1-4D7EC48E5248}" type="presParOf" srcId="{888FC3C2-4F85-449E-98F8-4265DB635EF9}" destId="{53F8DE28-5E3A-41C9-BE29-2E0A2CC7625A}" srcOrd="3" destOrd="0" presId="urn:microsoft.com/office/officeart/2005/8/layout/pList1"/>
    <dgm:cxn modelId="{577EA270-5CF1-49ED-BE74-B972F2293ED0}" type="presParOf" srcId="{888FC3C2-4F85-449E-98F8-4265DB635EF9}" destId="{4FCDE095-3439-4A2E-A883-380F67FF64AF}" srcOrd="4" destOrd="0" presId="urn:microsoft.com/office/officeart/2005/8/layout/pList1"/>
    <dgm:cxn modelId="{9DEBBA1E-1CD1-417B-ABA6-BC9C17EFB0A4}" type="presParOf" srcId="{4FCDE095-3439-4A2E-A883-380F67FF64AF}" destId="{EEB2ECD4-6C04-448E-A990-949201CA60BD}" srcOrd="0" destOrd="0" presId="urn:microsoft.com/office/officeart/2005/8/layout/pList1"/>
    <dgm:cxn modelId="{05C45BD9-1CD3-467C-A31B-A5A890B238FF}" type="presParOf" srcId="{4FCDE095-3439-4A2E-A883-380F67FF64AF}" destId="{7E80355F-5B38-4B07-8981-91B4E2349069}" srcOrd="1" destOrd="0" presId="urn:microsoft.com/office/officeart/2005/8/layout/pList1"/>
    <dgm:cxn modelId="{638A8770-4C78-4B32-87F2-4AB2C5C20388}" type="presParOf" srcId="{888FC3C2-4F85-449E-98F8-4265DB635EF9}" destId="{6D74ABA2-0472-49E7-8064-41BFE491F8FB}" srcOrd="5" destOrd="0" presId="urn:microsoft.com/office/officeart/2005/8/layout/pList1"/>
    <dgm:cxn modelId="{11CA1A10-D1F4-4684-BD33-264839B46CF6}" type="presParOf" srcId="{888FC3C2-4F85-449E-98F8-4265DB635EF9}" destId="{4174AF4A-6987-46A8-8CB8-D4C93C92894F}" srcOrd="6" destOrd="0" presId="urn:microsoft.com/office/officeart/2005/8/layout/pList1"/>
    <dgm:cxn modelId="{DF3D52F4-19BA-4F1C-BA3B-C3F499D36904}" type="presParOf" srcId="{4174AF4A-6987-46A8-8CB8-D4C93C92894F}" destId="{5F18EAAF-4CFB-42AD-8784-106086C360A8}" srcOrd="0" destOrd="0" presId="urn:microsoft.com/office/officeart/2005/8/layout/pList1"/>
    <dgm:cxn modelId="{4E0E6361-1A5D-4596-91F7-B1C6430A6F44}" type="presParOf" srcId="{4174AF4A-6987-46A8-8CB8-D4C93C92894F}" destId="{CE437F6E-6C94-4F12-AC7B-C33D1A9A08A1}" srcOrd="1" destOrd="0" presId="urn:microsoft.com/office/officeart/2005/8/layout/pList1"/>
    <dgm:cxn modelId="{0B46FCDE-8BFC-4051-BA6D-D80C9DE91B80}" type="presParOf" srcId="{888FC3C2-4F85-449E-98F8-4265DB635EF9}" destId="{DB9E8910-E7E8-4A61-A11A-1E2BA8177D9F}" srcOrd="7" destOrd="0" presId="urn:microsoft.com/office/officeart/2005/8/layout/pList1"/>
    <dgm:cxn modelId="{162EFAE8-E0CB-4187-992B-E02C0F0D886A}" type="presParOf" srcId="{888FC3C2-4F85-449E-98F8-4265DB635EF9}" destId="{7F28160F-E7E6-4DD3-8689-09ED3FBCDDDC}" srcOrd="8" destOrd="0" presId="urn:microsoft.com/office/officeart/2005/8/layout/pList1"/>
    <dgm:cxn modelId="{9731BDF7-E0DD-49EC-B8E7-26EB38AAC231}" type="presParOf" srcId="{7F28160F-E7E6-4DD3-8689-09ED3FBCDDDC}" destId="{ECBECBF2-9517-498E-B798-7E57986AD536}" srcOrd="0" destOrd="0" presId="urn:microsoft.com/office/officeart/2005/8/layout/pList1"/>
    <dgm:cxn modelId="{12CF34A4-A686-4E84-8216-22A63A10D93A}" type="presParOf" srcId="{7F28160F-E7E6-4DD3-8689-09ED3FBCDDDC}" destId="{7A64DEBB-0039-4A75-8A1D-DF503698860A}" srcOrd="1" destOrd="0" presId="urn:microsoft.com/office/officeart/2005/8/layout/pList1"/>
    <dgm:cxn modelId="{88D75371-2641-4777-A5B2-67EBFDDF7990}" type="presParOf" srcId="{888FC3C2-4F85-449E-98F8-4265DB635EF9}" destId="{2A44DDF6-B479-49AF-9E40-9E48D76AE52B}" srcOrd="9" destOrd="0" presId="urn:microsoft.com/office/officeart/2005/8/layout/pList1"/>
    <dgm:cxn modelId="{248209BB-EF7D-4BFF-AF18-EB97E0CD6D31}" type="presParOf" srcId="{888FC3C2-4F85-449E-98F8-4265DB635EF9}" destId="{648CE9E7-A7FB-41D8-BD3B-CD1670CEC401}" srcOrd="10" destOrd="0" presId="urn:microsoft.com/office/officeart/2005/8/layout/pList1"/>
    <dgm:cxn modelId="{95B0870A-4FF9-4B67-B8E4-62228D4B738A}" type="presParOf" srcId="{648CE9E7-A7FB-41D8-BD3B-CD1670CEC401}" destId="{3FA12FD0-DC13-4CBD-A612-CACB84570D95}" srcOrd="0" destOrd="0" presId="urn:microsoft.com/office/officeart/2005/8/layout/pList1"/>
    <dgm:cxn modelId="{832D3EB1-B20B-4677-84FA-D65C40D632E0}" type="presParOf" srcId="{648CE9E7-A7FB-41D8-BD3B-CD1670CEC401}" destId="{A877F9E3-7E83-41C5-81ED-A16088BF7698}" srcOrd="1" destOrd="0" presId="urn:microsoft.com/office/officeart/2005/8/layout/pList1"/>
    <dgm:cxn modelId="{9C549102-19D9-43C8-89DE-E63E6892E5C7}" type="presParOf" srcId="{888FC3C2-4F85-449E-98F8-4265DB635EF9}" destId="{74E2A1A0-FFB2-4F29-B172-18765F93A481}" srcOrd="11" destOrd="0" presId="urn:microsoft.com/office/officeart/2005/8/layout/pList1"/>
    <dgm:cxn modelId="{D510EFBB-D6D3-482B-952C-D3A80A50107F}" type="presParOf" srcId="{888FC3C2-4F85-449E-98F8-4265DB635EF9}" destId="{7521B18D-E22E-4F87-B42C-EB1404074994}" srcOrd="12" destOrd="0" presId="urn:microsoft.com/office/officeart/2005/8/layout/pList1"/>
    <dgm:cxn modelId="{54483450-4F69-488D-BEF7-ADE2ADDB9663}" type="presParOf" srcId="{7521B18D-E22E-4F87-B42C-EB1404074994}" destId="{C42147ED-62E9-4730-8BBD-266DBD0E1434}" srcOrd="0" destOrd="0" presId="urn:microsoft.com/office/officeart/2005/8/layout/pList1"/>
    <dgm:cxn modelId="{2B573A6D-C866-45B1-AC3A-24FAE1929F72}" type="presParOf" srcId="{7521B18D-E22E-4F87-B42C-EB1404074994}" destId="{077BAEC4-3BB9-4CF3-A34D-22F8DCCEA61D}" srcOrd="1" destOrd="0" presId="urn:microsoft.com/office/officeart/2005/8/layout/pList1"/>
    <dgm:cxn modelId="{7EC8F332-782A-49DD-BD76-850FD3796630}" type="presParOf" srcId="{888FC3C2-4F85-449E-98F8-4265DB635EF9}" destId="{D7C09AAA-A345-4F2E-83AC-CBF41A2A41E6}" srcOrd="13" destOrd="0" presId="urn:microsoft.com/office/officeart/2005/8/layout/pList1"/>
    <dgm:cxn modelId="{25139731-5644-48E0-A8FC-DF1984E0E305}" type="presParOf" srcId="{888FC3C2-4F85-449E-98F8-4265DB635EF9}" destId="{C9DA9299-75E1-4BFB-8595-76899EBEF5A3}" srcOrd="14" destOrd="0" presId="urn:microsoft.com/office/officeart/2005/8/layout/pList1"/>
    <dgm:cxn modelId="{46994BE7-CD50-4CAC-A130-5099E86A041C}" type="presParOf" srcId="{C9DA9299-75E1-4BFB-8595-76899EBEF5A3}" destId="{E14C8862-C623-4560-BFA6-AA0625C76E75}" srcOrd="0" destOrd="0" presId="urn:microsoft.com/office/officeart/2005/8/layout/pList1"/>
    <dgm:cxn modelId="{64846375-98CA-4C23-98C9-B7B26ED329A1}" type="presParOf" srcId="{C9DA9299-75E1-4BFB-8595-76899EBEF5A3}" destId="{8E81B8E7-4E64-40A0-B2E6-7D22537D37B4}" srcOrd="1" destOrd="0" presId="urn:microsoft.com/office/officeart/2005/8/layout/pList1"/>
    <dgm:cxn modelId="{131E9D3F-15A6-4860-8250-4BD4C082240D}" type="presParOf" srcId="{888FC3C2-4F85-449E-98F8-4265DB635EF9}" destId="{1984DB8E-17D3-488F-A6D0-3A0655533864}" srcOrd="15" destOrd="0" presId="urn:microsoft.com/office/officeart/2005/8/layout/pList1"/>
    <dgm:cxn modelId="{318410C9-9C06-445B-A797-E36444CFE5A6}" type="presParOf" srcId="{888FC3C2-4F85-449E-98F8-4265DB635EF9}" destId="{A5938A30-592A-455E-BF2D-B338DB5FC89F}" srcOrd="16" destOrd="0" presId="urn:microsoft.com/office/officeart/2005/8/layout/pList1"/>
    <dgm:cxn modelId="{ABE87FFC-B865-4612-B95B-5205C624DA0F}" type="presParOf" srcId="{A5938A30-592A-455E-BF2D-B338DB5FC89F}" destId="{5DF32304-DBD6-4345-98D1-95FAC929E44E}" srcOrd="0" destOrd="0" presId="urn:microsoft.com/office/officeart/2005/8/layout/pList1"/>
    <dgm:cxn modelId="{65063CAF-FFBE-4160-9B3B-08B5678A4D24}" type="presParOf" srcId="{A5938A30-592A-455E-BF2D-B338DB5FC89F}" destId="{B7C1EA7F-A2FD-4835-8CDC-19C6644F0F01}" srcOrd="1" destOrd="0" presId="urn:microsoft.com/office/officeart/2005/8/layout/pList1"/>
    <dgm:cxn modelId="{58264453-3D65-497A-A0D6-90353B332EBC}" type="presParOf" srcId="{888FC3C2-4F85-449E-98F8-4265DB635EF9}" destId="{5D024C5B-F6F5-4BDC-91BC-AF47B3187801}" srcOrd="17" destOrd="0" presId="urn:microsoft.com/office/officeart/2005/8/layout/pList1"/>
    <dgm:cxn modelId="{E50785CA-2294-4890-B90D-F473196D1605}" type="presParOf" srcId="{888FC3C2-4F85-449E-98F8-4265DB635EF9}" destId="{079C7947-B47B-464A-B2BE-A4F64A903C89}" srcOrd="18" destOrd="0" presId="urn:microsoft.com/office/officeart/2005/8/layout/pList1"/>
    <dgm:cxn modelId="{0C6AD5B1-B009-47E4-B2E4-0B43171CB029}" type="presParOf" srcId="{079C7947-B47B-464A-B2BE-A4F64A903C89}" destId="{319DB9E1-058C-4310-A569-B83C93185B14}" srcOrd="0" destOrd="0" presId="urn:microsoft.com/office/officeart/2005/8/layout/pList1"/>
    <dgm:cxn modelId="{C1250796-1E8B-4DD1-B1F8-3BEA8E7B351F}" type="presParOf" srcId="{079C7947-B47B-464A-B2BE-A4F64A903C89}" destId="{85C8F492-C95B-47CC-93D2-88274985A366}" srcOrd="1" destOrd="0" presId="urn:microsoft.com/office/officeart/2005/8/layout/p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8A5047F-8515-4C8B-8A4A-77F46554BA2B}" type="doc">
      <dgm:prSet loTypeId="urn:microsoft.com/office/officeart/2005/8/layout/bProcess3" loCatId="process" qsTypeId="urn:microsoft.com/office/officeart/2005/8/quickstyle/simple3" qsCatId="simple" csTypeId="urn:microsoft.com/office/officeart/2005/8/colors/accent0_1" csCatId="mainScheme" phldr="1"/>
      <dgm:spPr/>
      <dgm:t>
        <a:bodyPr/>
        <a:lstStyle/>
        <a:p>
          <a:endParaRPr lang="fr-FR"/>
        </a:p>
      </dgm:t>
    </dgm:pt>
    <dgm:pt modelId="{89E461FD-F723-48E3-AD35-4EA079F1F6BF}">
      <dgm:prSet custT="1"/>
      <dgm:spPr>
        <a:solidFill>
          <a:schemeClr val="bg1">
            <a:lumMod val="85000"/>
          </a:schemeClr>
        </a:solidFill>
      </dgm:spPr>
      <dgm:t>
        <a:bodyPr/>
        <a:lstStyle/>
        <a:p>
          <a:r>
            <a:rPr lang="fr-FR" sz="1100" b="1" dirty="0">
              <a:latin typeface="Calibri Light" panose="020F0302020204030204" pitchFamily="34" charset="0"/>
              <a:cs typeface="Calibri Light" panose="020F0302020204030204" pitchFamily="34" charset="0"/>
            </a:rPr>
            <a:t>Objet d’étude</a:t>
          </a:r>
        </a:p>
      </dgm:t>
    </dgm:pt>
    <dgm:pt modelId="{45D43715-6E67-45F4-8E2C-33E8973A343C}" type="parTrans" cxnId="{975A453D-748B-4F08-99C2-EC5B92001C4C}">
      <dgm:prSet/>
      <dgm:spPr/>
      <dgm:t>
        <a:bodyPr/>
        <a:lstStyle/>
        <a:p>
          <a:endParaRPr lang="fr-FR" sz="2400">
            <a:latin typeface="Calibri Light" panose="020F0302020204030204" pitchFamily="34" charset="0"/>
            <a:cs typeface="Calibri Light" panose="020F0302020204030204" pitchFamily="34" charset="0"/>
          </a:endParaRPr>
        </a:p>
      </dgm:t>
    </dgm:pt>
    <dgm:pt modelId="{412A3944-3B0F-4382-873D-F7590D7CFF5D}" type="sibTrans" cxnId="{975A453D-748B-4F08-99C2-EC5B92001C4C}">
      <dgm:prSet custT="1"/>
      <dgm:spPr/>
      <dgm:t>
        <a:bodyPr/>
        <a:lstStyle/>
        <a:p>
          <a:endParaRPr lang="fr-FR" sz="700">
            <a:latin typeface="Calibri Light" panose="020F0302020204030204" pitchFamily="34" charset="0"/>
            <a:cs typeface="Calibri Light" panose="020F0302020204030204" pitchFamily="34" charset="0"/>
          </a:endParaRPr>
        </a:p>
      </dgm:t>
    </dgm:pt>
    <dgm:pt modelId="{9EE7FAF4-218D-49D5-9BDF-6F6660996016}">
      <dgm:prSet custT="1"/>
      <dgm:spPr>
        <a:solidFill>
          <a:schemeClr val="bg1">
            <a:lumMod val="85000"/>
          </a:schemeClr>
        </a:solidFill>
      </dgm:spPr>
      <dgm:t>
        <a:bodyPr/>
        <a:lstStyle/>
        <a:p>
          <a:r>
            <a:rPr lang="fr-FR" sz="1100" b="1" dirty="0">
              <a:latin typeface="Calibri Light" panose="020F0302020204030204" pitchFamily="34" charset="0"/>
              <a:cs typeface="Calibri Light" panose="020F0302020204030204" pitchFamily="34" charset="0"/>
            </a:rPr>
            <a:t>Mission</a:t>
          </a:r>
        </a:p>
      </dgm:t>
    </dgm:pt>
    <dgm:pt modelId="{634BDDFC-C400-43DA-9A11-625208DD4D9A}" type="parTrans" cxnId="{96D1BFA1-C34F-4DEE-8E68-AB68BCDA1397}">
      <dgm:prSet/>
      <dgm:spPr/>
      <dgm:t>
        <a:bodyPr/>
        <a:lstStyle/>
        <a:p>
          <a:endParaRPr lang="fr-FR" sz="2400">
            <a:latin typeface="Calibri Light" panose="020F0302020204030204" pitchFamily="34" charset="0"/>
            <a:cs typeface="Calibri Light" panose="020F0302020204030204" pitchFamily="34" charset="0"/>
          </a:endParaRPr>
        </a:p>
      </dgm:t>
    </dgm:pt>
    <dgm:pt modelId="{CC73CE5B-74EC-4A21-AB01-9E10BCBEFB44}" type="sibTrans" cxnId="{96D1BFA1-C34F-4DEE-8E68-AB68BCDA1397}">
      <dgm:prSet custT="1"/>
      <dgm:spPr/>
      <dgm:t>
        <a:bodyPr/>
        <a:lstStyle/>
        <a:p>
          <a:endParaRPr lang="fr-FR" sz="700">
            <a:latin typeface="Calibri Light" panose="020F0302020204030204" pitchFamily="34" charset="0"/>
            <a:cs typeface="Calibri Light" panose="020F0302020204030204" pitchFamily="34" charset="0"/>
          </a:endParaRPr>
        </a:p>
      </dgm:t>
    </dgm:pt>
    <dgm:pt modelId="{47BF5CE2-CA93-47FC-84A0-D76C8E7CC7D8}">
      <dgm:prSet custT="1"/>
      <dgm:spPr>
        <a:solidFill>
          <a:schemeClr val="bg1">
            <a:lumMod val="85000"/>
          </a:schemeClr>
        </a:solidFill>
      </dgm:spPr>
      <dgm:t>
        <a:bodyPr/>
        <a:lstStyle/>
        <a:p>
          <a:r>
            <a:rPr lang="fr-FR" sz="1100" b="1" dirty="0">
              <a:latin typeface="Calibri Light" panose="020F0302020204030204" pitchFamily="34" charset="0"/>
              <a:cs typeface="Calibri Light" panose="020F0302020204030204" pitchFamily="34" charset="0"/>
            </a:rPr>
            <a:t>Valeurs métiers</a:t>
          </a:r>
        </a:p>
      </dgm:t>
    </dgm:pt>
    <dgm:pt modelId="{69C56C94-6C63-4212-ACA4-108C57286C21}" type="parTrans" cxnId="{0F6327F2-4510-4E15-B688-913D8FBA3F24}">
      <dgm:prSet/>
      <dgm:spPr/>
      <dgm:t>
        <a:bodyPr/>
        <a:lstStyle/>
        <a:p>
          <a:endParaRPr lang="fr-FR" sz="2400">
            <a:latin typeface="Calibri Light" panose="020F0302020204030204" pitchFamily="34" charset="0"/>
            <a:cs typeface="Calibri Light" panose="020F0302020204030204" pitchFamily="34" charset="0"/>
          </a:endParaRPr>
        </a:p>
      </dgm:t>
    </dgm:pt>
    <dgm:pt modelId="{336654C1-CC33-4D5F-8A01-7467038CB80B}" type="sibTrans" cxnId="{0F6327F2-4510-4E15-B688-913D8FBA3F24}">
      <dgm:prSet custT="1"/>
      <dgm:spPr/>
      <dgm:t>
        <a:bodyPr/>
        <a:lstStyle/>
        <a:p>
          <a:endParaRPr lang="fr-FR" sz="700">
            <a:latin typeface="Calibri Light" panose="020F0302020204030204" pitchFamily="34" charset="0"/>
            <a:cs typeface="Calibri Light" panose="020F0302020204030204" pitchFamily="34" charset="0"/>
          </a:endParaRPr>
        </a:p>
      </dgm:t>
    </dgm:pt>
    <dgm:pt modelId="{2F8D08F8-5B57-4025-9920-6D7A69B9B625}">
      <dgm:prSet custT="1"/>
      <dgm:spPr>
        <a:solidFill>
          <a:schemeClr val="bg1">
            <a:lumMod val="85000"/>
          </a:schemeClr>
        </a:solidFill>
      </dgm:spPr>
      <dgm:t>
        <a:bodyPr/>
        <a:lstStyle/>
        <a:p>
          <a:r>
            <a:rPr lang="fr-FR" sz="1100" b="1" dirty="0">
              <a:latin typeface="Calibri Light" panose="020F0302020204030204" pitchFamily="34" charset="0"/>
              <a:cs typeface="Calibri Light" panose="020F0302020204030204" pitchFamily="34" charset="0"/>
            </a:rPr>
            <a:t>Biens supports</a:t>
          </a:r>
        </a:p>
      </dgm:t>
    </dgm:pt>
    <dgm:pt modelId="{6E5ECE5F-7054-4719-AF67-E44AF38D5004}" type="parTrans" cxnId="{2DA46AB9-93B7-440D-A4E9-CD5FA1392ACF}">
      <dgm:prSet/>
      <dgm:spPr/>
      <dgm:t>
        <a:bodyPr/>
        <a:lstStyle/>
        <a:p>
          <a:endParaRPr lang="fr-FR" sz="2400">
            <a:latin typeface="Calibri Light" panose="020F0302020204030204" pitchFamily="34" charset="0"/>
            <a:cs typeface="Calibri Light" panose="020F0302020204030204" pitchFamily="34" charset="0"/>
          </a:endParaRPr>
        </a:p>
      </dgm:t>
    </dgm:pt>
    <dgm:pt modelId="{73EF6C8F-ED34-4000-87CC-6D4348F5B8CC}" type="sibTrans" cxnId="{2DA46AB9-93B7-440D-A4E9-CD5FA1392ACF}">
      <dgm:prSet custT="1"/>
      <dgm:spPr/>
      <dgm:t>
        <a:bodyPr/>
        <a:lstStyle/>
        <a:p>
          <a:endParaRPr lang="fr-FR" sz="700">
            <a:latin typeface="Calibri Light" panose="020F0302020204030204" pitchFamily="34" charset="0"/>
            <a:cs typeface="Calibri Light" panose="020F0302020204030204" pitchFamily="34" charset="0"/>
          </a:endParaRPr>
        </a:p>
      </dgm:t>
    </dgm:pt>
    <dgm:pt modelId="{D81083E3-A173-4B87-AE93-B62E2AC539BE}">
      <dgm:prSet custT="1"/>
      <dgm:spPr>
        <a:solidFill>
          <a:schemeClr val="bg1">
            <a:lumMod val="85000"/>
          </a:schemeClr>
        </a:solidFill>
      </dgm:spPr>
      <dgm:t>
        <a:bodyPr/>
        <a:lstStyle/>
        <a:p>
          <a:r>
            <a:rPr lang="fr-FR" sz="1100" b="1" dirty="0">
              <a:latin typeface="Calibri Light" panose="020F0302020204030204" pitchFamily="34" charset="0"/>
              <a:cs typeface="Calibri Light" panose="020F0302020204030204" pitchFamily="34" charset="0"/>
            </a:rPr>
            <a:t>Conséquences</a:t>
          </a:r>
        </a:p>
      </dgm:t>
    </dgm:pt>
    <dgm:pt modelId="{09768168-6F91-45F0-8E9D-7B28E099FCBD}" type="parTrans" cxnId="{2DB54558-B76B-4B7B-9CCC-73606316DC9E}">
      <dgm:prSet/>
      <dgm:spPr/>
      <dgm:t>
        <a:bodyPr/>
        <a:lstStyle/>
        <a:p>
          <a:endParaRPr lang="fr-FR" sz="2400">
            <a:latin typeface="Calibri Light" panose="020F0302020204030204" pitchFamily="34" charset="0"/>
            <a:cs typeface="Calibri Light" panose="020F0302020204030204" pitchFamily="34" charset="0"/>
          </a:endParaRPr>
        </a:p>
      </dgm:t>
    </dgm:pt>
    <dgm:pt modelId="{8CF88856-633D-49EC-8CCE-E5DAA378DE9D}" type="sibTrans" cxnId="{2DB54558-B76B-4B7B-9CCC-73606316DC9E}">
      <dgm:prSet custT="1"/>
      <dgm:spPr/>
      <dgm:t>
        <a:bodyPr/>
        <a:lstStyle/>
        <a:p>
          <a:endParaRPr lang="fr-FR" sz="700">
            <a:latin typeface="Calibri Light" panose="020F0302020204030204" pitchFamily="34" charset="0"/>
            <a:cs typeface="Calibri Light" panose="020F0302020204030204" pitchFamily="34" charset="0"/>
          </a:endParaRPr>
        </a:p>
      </dgm:t>
    </dgm:pt>
    <dgm:pt modelId="{3BD37BB4-E19F-4F02-BBE7-FE197471E3B9}">
      <dgm:prSet custT="1"/>
      <dgm:spPr>
        <a:solidFill>
          <a:schemeClr val="bg1">
            <a:lumMod val="85000"/>
          </a:schemeClr>
        </a:solidFill>
      </dgm:spPr>
      <dgm:t>
        <a:bodyPr/>
        <a:lstStyle/>
        <a:p>
          <a:r>
            <a:rPr lang="fr-FR" sz="1100" b="1" dirty="0">
              <a:latin typeface="Calibri Light" panose="020F0302020204030204" pitchFamily="34" charset="0"/>
              <a:cs typeface="Calibri Light" panose="020F0302020204030204" pitchFamily="34" charset="0"/>
            </a:rPr>
            <a:t>Scénarios opérationnels</a:t>
          </a:r>
        </a:p>
      </dgm:t>
    </dgm:pt>
    <dgm:pt modelId="{F7A77F0F-19EA-4C2A-8973-A730DCE0E271}" type="parTrans" cxnId="{59ADEEF6-5EC1-48BA-9D27-BC83D5A5C68C}">
      <dgm:prSet/>
      <dgm:spPr/>
      <dgm:t>
        <a:bodyPr/>
        <a:lstStyle/>
        <a:p>
          <a:endParaRPr lang="fr-FR" sz="2400">
            <a:latin typeface="Calibri Light" panose="020F0302020204030204" pitchFamily="34" charset="0"/>
            <a:cs typeface="Calibri Light" panose="020F0302020204030204" pitchFamily="34" charset="0"/>
          </a:endParaRPr>
        </a:p>
      </dgm:t>
    </dgm:pt>
    <dgm:pt modelId="{C04C68DE-0A84-484B-8B40-473EA2ABC542}" type="sibTrans" cxnId="{59ADEEF6-5EC1-48BA-9D27-BC83D5A5C68C}">
      <dgm:prSet custT="1"/>
      <dgm:spPr/>
      <dgm:t>
        <a:bodyPr/>
        <a:lstStyle/>
        <a:p>
          <a:endParaRPr lang="fr-FR" sz="700">
            <a:latin typeface="Calibri Light" panose="020F0302020204030204" pitchFamily="34" charset="0"/>
            <a:cs typeface="Calibri Light" panose="020F0302020204030204" pitchFamily="34" charset="0"/>
          </a:endParaRPr>
        </a:p>
      </dgm:t>
    </dgm:pt>
    <dgm:pt modelId="{E9637908-6EB7-4FA6-8699-C778C62F1991}">
      <dgm:prSet custT="1"/>
      <dgm:spPr>
        <a:solidFill>
          <a:schemeClr val="bg1">
            <a:lumMod val="85000"/>
          </a:schemeClr>
        </a:solidFill>
      </dgm:spPr>
      <dgm:t>
        <a:bodyPr/>
        <a:lstStyle/>
        <a:p>
          <a:r>
            <a:rPr lang="fr-FR" sz="1100" b="1" dirty="0">
              <a:latin typeface="Calibri Light" panose="020F0302020204030204" pitchFamily="34" charset="0"/>
              <a:cs typeface="Calibri Light" panose="020F0302020204030204" pitchFamily="34" charset="0"/>
            </a:rPr>
            <a:t>Mesures</a:t>
          </a:r>
        </a:p>
      </dgm:t>
    </dgm:pt>
    <dgm:pt modelId="{1BB6EEF2-4F21-41B2-A11C-E0281D4A86B1}" type="parTrans" cxnId="{4B096A12-EF17-4626-85F8-B9D6B40C9538}">
      <dgm:prSet/>
      <dgm:spPr/>
      <dgm:t>
        <a:bodyPr/>
        <a:lstStyle/>
        <a:p>
          <a:endParaRPr lang="fr-FR" sz="2400">
            <a:latin typeface="Calibri Light" panose="020F0302020204030204" pitchFamily="34" charset="0"/>
            <a:cs typeface="Calibri Light" panose="020F0302020204030204" pitchFamily="34" charset="0"/>
          </a:endParaRPr>
        </a:p>
      </dgm:t>
    </dgm:pt>
    <dgm:pt modelId="{476D0CB7-68FD-4A93-9FCF-352BAB0D747B}" type="sibTrans" cxnId="{4B096A12-EF17-4626-85F8-B9D6B40C9538}">
      <dgm:prSet/>
      <dgm:spPr/>
      <dgm:t>
        <a:bodyPr/>
        <a:lstStyle/>
        <a:p>
          <a:endParaRPr lang="fr-FR" sz="2400">
            <a:latin typeface="Calibri Light" panose="020F0302020204030204" pitchFamily="34" charset="0"/>
            <a:cs typeface="Calibri Light" panose="020F0302020204030204" pitchFamily="34" charset="0"/>
          </a:endParaRPr>
        </a:p>
      </dgm:t>
    </dgm:pt>
    <dgm:pt modelId="{3FE8BF33-0D9C-4F10-A933-331092ACC6F0}">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Un produit ou service qui repose sur de l’IA</a:t>
          </a:r>
        </a:p>
      </dgm:t>
    </dgm:pt>
    <dgm:pt modelId="{EB8C3D0B-6A02-4EF0-9625-9B8277AC42DD}" type="parTrans" cxnId="{2AECB19B-B1A2-416F-82C8-DFE50B5237B4}">
      <dgm:prSet/>
      <dgm:spPr/>
      <dgm:t>
        <a:bodyPr/>
        <a:lstStyle/>
        <a:p>
          <a:endParaRPr lang="fr-FR" sz="2400">
            <a:latin typeface="Calibri Light" panose="020F0302020204030204" pitchFamily="34" charset="0"/>
            <a:cs typeface="Calibri Light" panose="020F0302020204030204" pitchFamily="34" charset="0"/>
          </a:endParaRPr>
        </a:p>
      </dgm:t>
    </dgm:pt>
    <dgm:pt modelId="{FF93EB1A-3FD4-4C7F-B325-2EFB2B71E928}" type="sibTrans" cxnId="{2AECB19B-B1A2-416F-82C8-DFE50B5237B4}">
      <dgm:prSet/>
      <dgm:spPr/>
      <dgm:t>
        <a:bodyPr/>
        <a:lstStyle/>
        <a:p>
          <a:endParaRPr lang="fr-FR" sz="2400">
            <a:latin typeface="Calibri Light" panose="020F0302020204030204" pitchFamily="34" charset="0"/>
            <a:cs typeface="Calibri Light" panose="020F0302020204030204" pitchFamily="34" charset="0"/>
          </a:endParaRPr>
        </a:p>
      </dgm:t>
    </dgm:pt>
    <dgm:pt modelId="{617A5304-CA23-4FBD-95FE-C021F79007AA}">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La finalité</a:t>
          </a:r>
        </a:p>
      </dgm:t>
    </dgm:pt>
    <dgm:pt modelId="{F5C20FA5-9E59-4D98-9B7E-45EEFAC978D0}" type="parTrans" cxnId="{C6EB0378-B248-48B6-BF8B-88471306F905}">
      <dgm:prSet/>
      <dgm:spPr/>
      <dgm:t>
        <a:bodyPr/>
        <a:lstStyle/>
        <a:p>
          <a:endParaRPr lang="fr-FR" sz="2400">
            <a:latin typeface="Calibri Light" panose="020F0302020204030204" pitchFamily="34" charset="0"/>
            <a:cs typeface="Calibri Light" panose="020F0302020204030204" pitchFamily="34" charset="0"/>
          </a:endParaRPr>
        </a:p>
      </dgm:t>
    </dgm:pt>
    <dgm:pt modelId="{945BE0A6-BF71-4A96-B2F5-132E939B7891}" type="sibTrans" cxnId="{C6EB0378-B248-48B6-BF8B-88471306F905}">
      <dgm:prSet/>
      <dgm:spPr/>
      <dgm:t>
        <a:bodyPr/>
        <a:lstStyle/>
        <a:p>
          <a:endParaRPr lang="fr-FR" sz="2400">
            <a:latin typeface="Calibri Light" panose="020F0302020204030204" pitchFamily="34" charset="0"/>
            <a:cs typeface="Calibri Light" panose="020F0302020204030204" pitchFamily="34" charset="0"/>
          </a:endParaRPr>
        </a:p>
      </dgm:t>
    </dgm:pt>
    <dgm:pt modelId="{0316A7B2-A46A-4C2D-94BE-D59E9C7CFDD1}">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Données d’entrée</a:t>
          </a:r>
        </a:p>
      </dgm:t>
    </dgm:pt>
    <dgm:pt modelId="{37E09144-2594-473C-A576-C7C133EA5C0F}" type="parTrans" cxnId="{2D56970D-BFC1-45DC-BD9B-AEEAD0B718BD}">
      <dgm:prSet/>
      <dgm:spPr/>
      <dgm:t>
        <a:bodyPr/>
        <a:lstStyle/>
        <a:p>
          <a:endParaRPr lang="fr-FR" sz="2400">
            <a:latin typeface="Calibri Light" panose="020F0302020204030204" pitchFamily="34" charset="0"/>
            <a:cs typeface="Calibri Light" panose="020F0302020204030204" pitchFamily="34" charset="0"/>
          </a:endParaRPr>
        </a:p>
      </dgm:t>
    </dgm:pt>
    <dgm:pt modelId="{F66D9F9F-D7A5-4DD7-A321-451559CBF5E6}" type="sibTrans" cxnId="{2D56970D-BFC1-45DC-BD9B-AEEAD0B718BD}">
      <dgm:prSet/>
      <dgm:spPr/>
      <dgm:t>
        <a:bodyPr/>
        <a:lstStyle/>
        <a:p>
          <a:endParaRPr lang="fr-FR" sz="2400">
            <a:latin typeface="Calibri Light" panose="020F0302020204030204" pitchFamily="34" charset="0"/>
            <a:cs typeface="Calibri Light" panose="020F0302020204030204" pitchFamily="34" charset="0"/>
          </a:endParaRPr>
        </a:p>
      </dgm:t>
    </dgm:pt>
    <dgm:pt modelId="{26DF659E-0D20-4B2F-8415-F05ADBA01264}">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Données d’entrainement</a:t>
          </a:r>
        </a:p>
      </dgm:t>
    </dgm:pt>
    <dgm:pt modelId="{A31A213C-8C99-47E6-BA14-33889A3A5EBA}" type="parTrans" cxnId="{3F562E2F-913A-40FB-86B9-4AC35B8067D2}">
      <dgm:prSet/>
      <dgm:spPr/>
      <dgm:t>
        <a:bodyPr/>
        <a:lstStyle/>
        <a:p>
          <a:endParaRPr lang="fr-FR" sz="2400">
            <a:latin typeface="Calibri Light" panose="020F0302020204030204" pitchFamily="34" charset="0"/>
            <a:cs typeface="Calibri Light" panose="020F0302020204030204" pitchFamily="34" charset="0"/>
          </a:endParaRPr>
        </a:p>
      </dgm:t>
    </dgm:pt>
    <dgm:pt modelId="{44F7C8B8-9FED-4CBC-A8E2-D8FC13432E53}" type="sibTrans" cxnId="{3F562E2F-913A-40FB-86B9-4AC35B8067D2}">
      <dgm:prSet/>
      <dgm:spPr/>
      <dgm:t>
        <a:bodyPr/>
        <a:lstStyle/>
        <a:p>
          <a:endParaRPr lang="fr-FR" sz="2400">
            <a:latin typeface="Calibri Light" panose="020F0302020204030204" pitchFamily="34" charset="0"/>
            <a:cs typeface="Calibri Light" panose="020F0302020204030204" pitchFamily="34" charset="0"/>
          </a:endParaRPr>
        </a:p>
      </dgm:t>
    </dgm:pt>
    <dgm:pt modelId="{9E61F062-D0FE-4A4D-B57D-766F5DE64CC5}">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Données de sortie</a:t>
          </a:r>
        </a:p>
      </dgm:t>
    </dgm:pt>
    <dgm:pt modelId="{985E8FBC-BAAA-4DA9-8B6B-B372B517028A}" type="parTrans" cxnId="{8D4275B6-DBAD-4687-A50C-D95470DFAB86}">
      <dgm:prSet/>
      <dgm:spPr/>
      <dgm:t>
        <a:bodyPr/>
        <a:lstStyle/>
        <a:p>
          <a:endParaRPr lang="fr-FR" sz="2400">
            <a:latin typeface="Calibri Light" panose="020F0302020204030204" pitchFamily="34" charset="0"/>
            <a:cs typeface="Calibri Light" panose="020F0302020204030204" pitchFamily="34" charset="0"/>
          </a:endParaRPr>
        </a:p>
      </dgm:t>
    </dgm:pt>
    <dgm:pt modelId="{56E92FE3-8485-488E-AE61-CCBDC9448F14}" type="sibTrans" cxnId="{8D4275B6-DBAD-4687-A50C-D95470DFAB86}">
      <dgm:prSet/>
      <dgm:spPr/>
      <dgm:t>
        <a:bodyPr/>
        <a:lstStyle/>
        <a:p>
          <a:endParaRPr lang="fr-FR" sz="2400">
            <a:latin typeface="Calibri Light" panose="020F0302020204030204" pitchFamily="34" charset="0"/>
            <a:cs typeface="Calibri Light" panose="020F0302020204030204" pitchFamily="34" charset="0"/>
          </a:endParaRPr>
        </a:p>
      </dgm:t>
    </dgm:pt>
    <dgm:pt modelId="{D1AB346D-53FC-479D-8BA8-1107365E5A77}">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Le système d’IA, notamment les techniques d’IA utilisées (son algorithme)</a:t>
          </a:r>
        </a:p>
      </dgm:t>
    </dgm:pt>
    <dgm:pt modelId="{5754C81D-DA2A-434B-9207-AD849CFDD627}" type="parTrans" cxnId="{BFE77704-DDDE-4CEC-A56E-E0A347763D9B}">
      <dgm:prSet/>
      <dgm:spPr/>
      <dgm:t>
        <a:bodyPr/>
        <a:lstStyle/>
        <a:p>
          <a:endParaRPr lang="fr-FR" sz="2400">
            <a:latin typeface="Calibri Light" panose="020F0302020204030204" pitchFamily="34" charset="0"/>
            <a:cs typeface="Calibri Light" panose="020F0302020204030204" pitchFamily="34" charset="0"/>
          </a:endParaRPr>
        </a:p>
      </dgm:t>
    </dgm:pt>
    <dgm:pt modelId="{4AB08FBD-192B-4109-8C4A-5E20F07B1E2D}" type="sibTrans" cxnId="{BFE77704-DDDE-4CEC-A56E-E0A347763D9B}">
      <dgm:prSet/>
      <dgm:spPr/>
      <dgm:t>
        <a:bodyPr/>
        <a:lstStyle/>
        <a:p>
          <a:endParaRPr lang="fr-FR" sz="2400">
            <a:latin typeface="Calibri Light" panose="020F0302020204030204" pitchFamily="34" charset="0"/>
            <a:cs typeface="Calibri Light" panose="020F0302020204030204" pitchFamily="34" charset="0"/>
          </a:endParaRPr>
        </a:p>
      </dgm:t>
    </dgm:pt>
    <dgm:pt modelId="{3B075102-A3F5-4A1C-8C75-F7B0DD04F58A}">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Sur les personnes</a:t>
          </a:r>
        </a:p>
      </dgm:t>
    </dgm:pt>
    <dgm:pt modelId="{F5D97516-1561-4C5E-BB93-2FB9674765B1}" type="parTrans" cxnId="{2009D037-AE35-4CF9-9391-F1F3E0045C57}">
      <dgm:prSet/>
      <dgm:spPr/>
      <dgm:t>
        <a:bodyPr/>
        <a:lstStyle/>
        <a:p>
          <a:endParaRPr lang="fr-FR" sz="2400">
            <a:latin typeface="Calibri Light" panose="020F0302020204030204" pitchFamily="34" charset="0"/>
            <a:cs typeface="Calibri Light" panose="020F0302020204030204" pitchFamily="34" charset="0"/>
          </a:endParaRPr>
        </a:p>
      </dgm:t>
    </dgm:pt>
    <dgm:pt modelId="{ED6D03F5-BDA8-4AB4-B2A6-705CE07D9B63}" type="sibTrans" cxnId="{2009D037-AE35-4CF9-9391-F1F3E0045C57}">
      <dgm:prSet/>
      <dgm:spPr/>
      <dgm:t>
        <a:bodyPr/>
        <a:lstStyle/>
        <a:p>
          <a:endParaRPr lang="fr-FR" sz="2400">
            <a:latin typeface="Calibri Light" panose="020F0302020204030204" pitchFamily="34" charset="0"/>
            <a:cs typeface="Calibri Light" panose="020F0302020204030204" pitchFamily="34" charset="0"/>
          </a:endParaRPr>
        </a:p>
      </dgm:t>
    </dgm:pt>
    <dgm:pt modelId="{57142785-140B-4A78-94F5-248D47C93CBB}">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Sur l’environnement</a:t>
          </a:r>
        </a:p>
      </dgm:t>
    </dgm:pt>
    <dgm:pt modelId="{A860E220-D96D-4D48-B0CE-B5C45E128E4C}" type="parTrans" cxnId="{773121A6-767F-48EB-8ACD-694755EE3B02}">
      <dgm:prSet/>
      <dgm:spPr/>
      <dgm:t>
        <a:bodyPr/>
        <a:lstStyle/>
        <a:p>
          <a:endParaRPr lang="fr-FR" sz="2400">
            <a:latin typeface="Calibri Light" panose="020F0302020204030204" pitchFamily="34" charset="0"/>
            <a:cs typeface="Calibri Light" panose="020F0302020204030204" pitchFamily="34" charset="0"/>
          </a:endParaRPr>
        </a:p>
      </dgm:t>
    </dgm:pt>
    <dgm:pt modelId="{DEA736F6-FE93-4300-86BE-A3AD606EF03D}" type="sibTrans" cxnId="{773121A6-767F-48EB-8ACD-694755EE3B02}">
      <dgm:prSet/>
      <dgm:spPr/>
      <dgm:t>
        <a:bodyPr/>
        <a:lstStyle/>
        <a:p>
          <a:endParaRPr lang="fr-FR" sz="2400">
            <a:latin typeface="Calibri Light" panose="020F0302020204030204" pitchFamily="34" charset="0"/>
            <a:cs typeface="Calibri Light" panose="020F0302020204030204" pitchFamily="34" charset="0"/>
          </a:endParaRPr>
        </a:p>
      </dgm:t>
    </dgm:pt>
    <dgm:pt modelId="{4C6C9A06-401D-4353-9336-B72E31E8E63D}">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Attaques types d’[ATLAS]</a:t>
          </a:r>
        </a:p>
      </dgm:t>
    </dgm:pt>
    <dgm:pt modelId="{0D643280-BA23-4AE4-8B12-67B8283A7154}" type="parTrans" cxnId="{EF1D32D5-9C32-44E3-A5CB-F36224327838}">
      <dgm:prSet/>
      <dgm:spPr/>
      <dgm:t>
        <a:bodyPr/>
        <a:lstStyle/>
        <a:p>
          <a:endParaRPr lang="fr-FR" sz="2400">
            <a:latin typeface="Calibri Light" panose="020F0302020204030204" pitchFamily="34" charset="0"/>
            <a:cs typeface="Calibri Light" panose="020F0302020204030204" pitchFamily="34" charset="0"/>
          </a:endParaRPr>
        </a:p>
      </dgm:t>
    </dgm:pt>
    <dgm:pt modelId="{B77691EF-1B7E-46A0-A8DF-6E2AA118620E}" type="sibTrans" cxnId="{EF1D32D5-9C32-44E3-A5CB-F36224327838}">
      <dgm:prSet/>
      <dgm:spPr/>
      <dgm:t>
        <a:bodyPr/>
        <a:lstStyle/>
        <a:p>
          <a:endParaRPr lang="fr-FR" sz="2400">
            <a:latin typeface="Calibri Light" panose="020F0302020204030204" pitchFamily="34" charset="0"/>
            <a:cs typeface="Calibri Light" panose="020F0302020204030204" pitchFamily="34" charset="0"/>
          </a:endParaRPr>
        </a:p>
      </dgm:t>
    </dgm:pt>
    <dgm:pt modelId="{45B8709D-8896-4700-87FD-3FDE4BD43C38}">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Mesures du Hub France IA</a:t>
          </a:r>
        </a:p>
      </dgm:t>
    </dgm:pt>
    <dgm:pt modelId="{B3DBDE15-5C7E-437D-8346-B5C8FECA7E50}" type="parTrans" cxnId="{178B7DE0-6EFC-44C8-84BE-DF0F8BCF954C}">
      <dgm:prSet/>
      <dgm:spPr/>
      <dgm:t>
        <a:bodyPr/>
        <a:lstStyle/>
        <a:p>
          <a:endParaRPr lang="fr-FR" sz="2400">
            <a:latin typeface="Calibri Light" panose="020F0302020204030204" pitchFamily="34" charset="0"/>
            <a:cs typeface="Calibri Light" panose="020F0302020204030204" pitchFamily="34" charset="0"/>
          </a:endParaRPr>
        </a:p>
      </dgm:t>
    </dgm:pt>
    <dgm:pt modelId="{593AEF6D-ED42-4B50-8329-D2F9DD44C916}" type="sibTrans" cxnId="{178B7DE0-6EFC-44C8-84BE-DF0F8BCF954C}">
      <dgm:prSet/>
      <dgm:spPr/>
      <dgm:t>
        <a:bodyPr/>
        <a:lstStyle/>
        <a:p>
          <a:endParaRPr lang="fr-FR" sz="2400">
            <a:latin typeface="Calibri Light" panose="020F0302020204030204" pitchFamily="34" charset="0"/>
            <a:cs typeface="Calibri Light" panose="020F0302020204030204" pitchFamily="34" charset="0"/>
          </a:endParaRPr>
        </a:p>
      </dgm:t>
    </dgm:pt>
    <dgm:pt modelId="{02858ADF-F9DD-414E-9904-65DA569B9701}">
      <dgm:prSet custT="1"/>
      <dgm:spPr>
        <a:solidFill>
          <a:schemeClr val="bg1">
            <a:lumMod val="85000"/>
          </a:schemeClr>
        </a:solidFill>
      </dgm:spPr>
      <dgm:t>
        <a:bodyPr/>
        <a:lstStyle/>
        <a:p>
          <a:r>
            <a:rPr lang="fr-FR" sz="1000" dirty="0" err="1">
              <a:latin typeface="Calibri Light" panose="020F0302020204030204" pitchFamily="34" charset="0"/>
              <a:cs typeface="Calibri Light" panose="020F0302020204030204" pitchFamily="34" charset="0"/>
            </a:rPr>
            <a:t>Taxo</a:t>
          </a:r>
          <a:r>
            <a:rPr lang="fr-FR" sz="1000" dirty="0">
              <a:latin typeface="Calibri Light" panose="020F0302020204030204" pitchFamily="34" charset="0"/>
              <a:cs typeface="Calibri Light" panose="020F0302020204030204" pitchFamily="34" charset="0"/>
            </a:rPr>
            <a:t> du Hub France IA</a:t>
          </a:r>
        </a:p>
      </dgm:t>
    </dgm:pt>
    <dgm:pt modelId="{3106FE01-DFF7-463A-B077-D2C506167A22}" type="parTrans" cxnId="{61FDBE37-5CC1-4DAF-B4D0-E504F34A8F50}">
      <dgm:prSet/>
      <dgm:spPr/>
      <dgm:t>
        <a:bodyPr/>
        <a:lstStyle/>
        <a:p>
          <a:endParaRPr lang="fr-FR"/>
        </a:p>
      </dgm:t>
    </dgm:pt>
    <dgm:pt modelId="{69297B32-4759-474D-9901-5E240D7A1B16}" type="sibTrans" cxnId="{61FDBE37-5CC1-4DAF-B4D0-E504F34A8F50}">
      <dgm:prSet/>
      <dgm:spPr/>
      <dgm:t>
        <a:bodyPr/>
        <a:lstStyle/>
        <a:p>
          <a:endParaRPr lang="fr-FR"/>
        </a:p>
      </dgm:t>
    </dgm:pt>
    <dgm:pt modelId="{C879FEA4-6072-49C2-839E-9A5223998887}">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Mesures types d’[ATLAS]</a:t>
          </a:r>
        </a:p>
      </dgm:t>
    </dgm:pt>
    <dgm:pt modelId="{2165D633-76B6-4084-8723-CBDA33CA91AE}" type="parTrans" cxnId="{411821F2-30F2-4AFE-B312-A505D63B95B2}">
      <dgm:prSet/>
      <dgm:spPr/>
      <dgm:t>
        <a:bodyPr/>
        <a:lstStyle/>
        <a:p>
          <a:endParaRPr lang="fr-FR"/>
        </a:p>
      </dgm:t>
    </dgm:pt>
    <dgm:pt modelId="{8FCA2F3B-F99C-4C2C-8B5E-7442718CAB36}" type="sibTrans" cxnId="{411821F2-30F2-4AFE-B312-A505D63B95B2}">
      <dgm:prSet/>
      <dgm:spPr/>
      <dgm:t>
        <a:bodyPr/>
        <a:lstStyle/>
        <a:p>
          <a:endParaRPr lang="fr-FR"/>
        </a:p>
      </dgm:t>
    </dgm:pt>
    <dgm:pt modelId="{B080EF6A-54A0-44A6-87A2-FD4FA21FAB92}">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Modèle d’IA</a:t>
          </a:r>
        </a:p>
      </dgm:t>
    </dgm:pt>
    <dgm:pt modelId="{C2052C3E-311A-411A-91E2-DC0159BCE4E5}" type="parTrans" cxnId="{6BBC9B73-CB99-4AF1-BBA9-9F6AD9EAD23A}">
      <dgm:prSet/>
      <dgm:spPr/>
      <dgm:t>
        <a:bodyPr/>
        <a:lstStyle/>
        <a:p>
          <a:endParaRPr lang="fr-FR"/>
        </a:p>
      </dgm:t>
    </dgm:pt>
    <dgm:pt modelId="{DB9079CF-AD9C-4F22-A510-997A0244B75F}" type="sibTrans" cxnId="{6BBC9B73-CB99-4AF1-BBA9-9F6AD9EAD23A}">
      <dgm:prSet/>
      <dgm:spPr/>
      <dgm:t>
        <a:bodyPr/>
        <a:lstStyle/>
        <a:p>
          <a:endParaRPr lang="fr-FR"/>
        </a:p>
      </dgm:t>
    </dgm:pt>
    <dgm:pt modelId="{2B061EFE-282A-40BD-AFC6-EA7AE8EE94CE}">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Sur l’organisme</a:t>
          </a:r>
        </a:p>
      </dgm:t>
    </dgm:pt>
    <dgm:pt modelId="{963A9864-5ADE-4CAA-8010-4DECFFA7C175}" type="parTrans" cxnId="{93AA2945-35E6-4269-BF4D-F983BCC81869}">
      <dgm:prSet/>
      <dgm:spPr/>
      <dgm:t>
        <a:bodyPr/>
        <a:lstStyle/>
        <a:p>
          <a:endParaRPr lang="fr-FR"/>
        </a:p>
      </dgm:t>
    </dgm:pt>
    <dgm:pt modelId="{09885FF7-CD19-415C-817B-DD502CE06105}" type="sibTrans" cxnId="{93AA2945-35E6-4269-BF4D-F983BCC81869}">
      <dgm:prSet/>
      <dgm:spPr/>
      <dgm:t>
        <a:bodyPr/>
        <a:lstStyle/>
        <a:p>
          <a:endParaRPr lang="fr-FR"/>
        </a:p>
      </dgm:t>
    </dgm:pt>
    <dgm:pt modelId="{945A25F9-B98D-49D3-91F4-1234E52AE6CC}" type="pres">
      <dgm:prSet presAssocID="{08A5047F-8515-4C8B-8A4A-77F46554BA2B}" presName="Name0" presStyleCnt="0">
        <dgm:presLayoutVars>
          <dgm:dir/>
          <dgm:resizeHandles val="exact"/>
        </dgm:presLayoutVars>
      </dgm:prSet>
      <dgm:spPr/>
    </dgm:pt>
    <dgm:pt modelId="{A2B85F2E-551E-4418-84D2-289D792F547E}" type="pres">
      <dgm:prSet presAssocID="{89E461FD-F723-48E3-AD35-4EA079F1F6BF}" presName="node" presStyleLbl="node1" presStyleIdx="0" presStyleCnt="7">
        <dgm:presLayoutVars>
          <dgm:bulletEnabled val="1"/>
        </dgm:presLayoutVars>
      </dgm:prSet>
      <dgm:spPr/>
    </dgm:pt>
    <dgm:pt modelId="{46A3C1CA-F3CF-47B7-9BED-F261669B16D1}" type="pres">
      <dgm:prSet presAssocID="{412A3944-3B0F-4382-873D-F7590D7CFF5D}" presName="sibTrans" presStyleLbl="sibTrans1D1" presStyleIdx="0" presStyleCnt="6"/>
      <dgm:spPr/>
    </dgm:pt>
    <dgm:pt modelId="{B45E9F92-4BDB-49F0-BF7C-0F5BB09E97EE}" type="pres">
      <dgm:prSet presAssocID="{412A3944-3B0F-4382-873D-F7590D7CFF5D}" presName="connectorText" presStyleLbl="sibTrans1D1" presStyleIdx="0" presStyleCnt="6"/>
      <dgm:spPr/>
    </dgm:pt>
    <dgm:pt modelId="{8D573CA0-8F58-42D4-AB57-5885FD7C4636}" type="pres">
      <dgm:prSet presAssocID="{9EE7FAF4-218D-49D5-9BDF-6F6660996016}" presName="node" presStyleLbl="node1" presStyleIdx="1" presStyleCnt="7">
        <dgm:presLayoutVars>
          <dgm:bulletEnabled val="1"/>
        </dgm:presLayoutVars>
      </dgm:prSet>
      <dgm:spPr/>
    </dgm:pt>
    <dgm:pt modelId="{0E256091-F172-4918-B0FC-CA3238B8B6FD}" type="pres">
      <dgm:prSet presAssocID="{CC73CE5B-74EC-4A21-AB01-9E10BCBEFB44}" presName="sibTrans" presStyleLbl="sibTrans1D1" presStyleIdx="1" presStyleCnt="6"/>
      <dgm:spPr/>
    </dgm:pt>
    <dgm:pt modelId="{6B6E7898-4FC7-4CD9-B6E4-19DABF275FC2}" type="pres">
      <dgm:prSet presAssocID="{CC73CE5B-74EC-4A21-AB01-9E10BCBEFB44}" presName="connectorText" presStyleLbl="sibTrans1D1" presStyleIdx="1" presStyleCnt="6"/>
      <dgm:spPr/>
    </dgm:pt>
    <dgm:pt modelId="{86B55CAC-0374-460A-A22C-E556C47CADAC}" type="pres">
      <dgm:prSet presAssocID="{47BF5CE2-CA93-47FC-84A0-D76C8E7CC7D8}" presName="node" presStyleLbl="node1" presStyleIdx="2" presStyleCnt="7">
        <dgm:presLayoutVars>
          <dgm:bulletEnabled val="1"/>
        </dgm:presLayoutVars>
      </dgm:prSet>
      <dgm:spPr/>
    </dgm:pt>
    <dgm:pt modelId="{26B005D8-D533-49C5-9217-DAD46AFCA38C}" type="pres">
      <dgm:prSet presAssocID="{336654C1-CC33-4D5F-8A01-7467038CB80B}" presName="sibTrans" presStyleLbl="sibTrans1D1" presStyleIdx="2" presStyleCnt="6"/>
      <dgm:spPr/>
    </dgm:pt>
    <dgm:pt modelId="{E3CFA465-9669-4B33-B365-C088F26C46F6}" type="pres">
      <dgm:prSet presAssocID="{336654C1-CC33-4D5F-8A01-7467038CB80B}" presName="connectorText" presStyleLbl="sibTrans1D1" presStyleIdx="2" presStyleCnt="6"/>
      <dgm:spPr/>
    </dgm:pt>
    <dgm:pt modelId="{71291DAA-66A5-4B47-BBA1-FA8ACF4A2F3D}" type="pres">
      <dgm:prSet presAssocID="{2F8D08F8-5B57-4025-9920-6D7A69B9B625}" presName="node" presStyleLbl="node1" presStyleIdx="3" presStyleCnt="7">
        <dgm:presLayoutVars>
          <dgm:bulletEnabled val="1"/>
        </dgm:presLayoutVars>
      </dgm:prSet>
      <dgm:spPr/>
    </dgm:pt>
    <dgm:pt modelId="{B39A3642-0341-4493-B6BA-620546BC2C26}" type="pres">
      <dgm:prSet presAssocID="{73EF6C8F-ED34-4000-87CC-6D4348F5B8CC}" presName="sibTrans" presStyleLbl="sibTrans1D1" presStyleIdx="3" presStyleCnt="6"/>
      <dgm:spPr/>
    </dgm:pt>
    <dgm:pt modelId="{0D5F9C20-8FC7-4C40-B6C4-C68CCEC29E2C}" type="pres">
      <dgm:prSet presAssocID="{73EF6C8F-ED34-4000-87CC-6D4348F5B8CC}" presName="connectorText" presStyleLbl="sibTrans1D1" presStyleIdx="3" presStyleCnt="6"/>
      <dgm:spPr/>
    </dgm:pt>
    <dgm:pt modelId="{032C20AB-50D1-4B29-920C-2A8B19A87C40}" type="pres">
      <dgm:prSet presAssocID="{D81083E3-A173-4B87-AE93-B62E2AC539BE}" presName="node" presStyleLbl="node1" presStyleIdx="4" presStyleCnt="7">
        <dgm:presLayoutVars>
          <dgm:bulletEnabled val="1"/>
        </dgm:presLayoutVars>
      </dgm:prSet>
      <dgm:spPr/>
    </dgm:pt>
    <dgm:pt modelId="{71E7C0D6-F65D-4E50-9022-C40B9903C820}" type="pres">
      <dgm:prSet presAssocID="{8CF88856-633D-49EC-8CCE-E5DAA378DE9D}" presName="sibTrans" presStyleLbl="sibTrans1D1" presStyleIdx="4" presStyleCnt="6"/>
      <dgm:spPr/>
    </dgm:pt>
    <dgm:pt modelId="{2B2A20A3-AB47-4F52-87EE-4B60A816D289}" type="pres">
      <dgm:prSet presAssocID="{8CF88856-633D-49EC-8CCE-E5DAA378DE9D}" presName="connectorText" presStyleLbl="sibTrans1D1" presStyleIdx="4" presStyleCnt="6"/>
      <dgm:spPr/>
    </dgm:pt>
    <dgm:pt modelId="{04CCB77C-AF4A-43D4-AF3A-EAEF2A82DC19}" type="pres">
      <dgm:prSet presAssocID="{3BD37BB4-E19F-4F02-BBE7-FE197471E3B9}" presName="node" presStyleLbl="node1" presStyleIdx="5" presStyleCnt="7">
        <dgm:presLayoutVars>
          <dgm:bulletEnabled val="1"/>
        </dgm:presLayoutVars>
      </dgm:prSet>
      <dgm:spPr/>
    </dgm:pt>
    <dgm:pt modelId="{6F4BC278-324A-4C9B-B992-8C6F7EB36117}" type="pres">
      <dgm:prSet presAssocID="{C04C68DE-0A84-484B-8B40-473EA2ABC542}" presName="sibTrans" presStyleLbl="sibTrans1D1" presStyleIdx="5" presStyleCnt="6"/>
      <dgm:spPr/>
    </dgm:pt>
    <dgm:pt modelId="{3535FA7C-6926-4E7C-B177-553BB19EA920}" type="pres">
      <dgm:prSet presAssocID="{C04C68DE-0A84-484B-8B40-473EA2ABC542}" presName="connectorText" presStyleLbl="sibTrans1D1" presStyleIdx="5" presStyleCnt="6"/>
      <dgm:spPr/>
    </dgm:pt>
    <dgm:pt modelId="{1F770AE4-CBBB-4BFF-B3F0-983A52B47694}" type="pres">
      <dgm:prSet presAssocID="{E9637908-6EB7-4FA6-8699-C778C62F1991}" presName="node" presStyleLbl="node1" presStyleIdx="6" presStyleCnt="7">
        <dgm:presLayoutVars>
          <dgm:bulletEnabled val="1"/>
        </dgm:presLayoutVars>
      </dgm:prSet>
      <dgm:spPr/>
    </dgm:pt>
  </dgm:ptLst>
  <dgm:cxnLst>
    <dgm:cxn modelId="{BFE77704-DDDE-4CEC-A56E-E0A347763D9B}" srcId="{2F8D08F8-5B57-4025-9920-6D7A69B9B625}" destId="{D1AB346D-53FC-479D-8BA8-1107365E5A77}" srcOrd="0" destOrd="0" parTransId="{5754C81D-DA2A-434B-9207-AD849CFDD627}" sibTransId="{4AB08FBD-192B-4109-8C4A-5E20F07B1E2D}"/>
    <dgm:cxn modelId="{65664206-E757-4C67-A4EF-970F42196DCB}" type="presOf" srcId="{26DF659E-0D20-4B2F-8415-F05ADBA01264}" destId="{86B55CAC-0374-460A-A22C-E556C47CADAC}" srcOrd="0" destOrd="3" presId="urn:microsoft.com/office/officeart/2005/8/layout/bProcess3"/>
    <dgm:cxn modelId="{8F55DA07-08DE-4EE9-AD28-F28443C3716A}" type="presOf" srcId="{412A3944-3B0F-4382-873D-F7590D7CFF5D}" destId="{B45E9F92-4BDB-49F0-BF7C-0F5BB09E97EE}" srcOrd="1" destOrd="0" presId="urn:microsoft.com/office/officeart/2005/8/layout/bProcess3"/>
    <dgm:cxn modelId="{2D56970D-BFC1-45DC-BD9B-AEEAD0B718BD}" srcId="{47BF5CE2-CA93-47FC-84A0-D76C8E7CC7D8}" destId="{0316A7B2-A46A-4C2D-94BE-D59E9C7CFDD1}" srcOrd="1" destOrd="0" parTransId="{37E09144-2594-473C-A576-C7C133EA5C0F}" sibTransId="{F66D9F9F-D7A5-4DD7-A321-451559CBF5E6}"/>
    <dgm:cxn modelId="{4B096A12-EF17-4626-85F8-B9D6B40C9538}" srcId="{08A5047F-8515-4C8B-8A4A-77F46554BA2B}" destId="{E9637908-6EB7-4FA6-8699-C778C62F1991}" srcOrd="6" destOrd="0" parTransId="{1BB6EEF2-4F21-41B2-A11C-E0281D4A86B1}" sibTransId="{476D0CB7-68FD-4A93-9FCF-352BAB0D747B}"/>
    <dgm:cxn modelId="{285C4916-CBA5-4224-8D78-F8A35F6F92DC}" type="presOf" srcId="{2F8D08F8-5B57-4025-9920-6D7A69B9B625}" destId="{71291DAA-66A5-4B47-BBA1-FA8ACF4A2F3D}" srcOrd="0" destOrd="0" presId="urn:microsoft.com/office/officeart/2005/8/layout/bProcess3"/>
    <dgm:cxn modelId="{13A0891A-165F-47E0-83E3-2929FB577D26}" type="presOf" srcId="{8CF88856-633D-49EC-8CCE-E5DAA378DE9D}" destId="{71E7C0D6-F65D-4E50-9022-C40B9903C820}" srcOrd="0" destOrd="0" presId="urn:microsoft.com/office/officeart/2005/8/layout/bProcess3"/>
    <dgm:cxn modelId="{7D47BD1C-1A81-4BB8-BDCF-E0E64B71D82E}" type="presOf" srcId="{3B075102-A3F5-4A1C-8C75-F7B0DD04F58A}" destId="{032C20AB-50D1-4B29-920C-2A8B19A87C40}" srcOrd="0" destOrd="1" presId="urn:microsoft.com/office/officeart/2005/8/layout/bProcess3"/>
    <dgm:cxn modelId="{B226C027-22AD-409B-82FF-7C0158AA1DFD}" type="presOf" srcId="{617A5304-CA23-4FBD-95FE-C021F79007AA}" destId="{8D573CA0-8F58-42D4-AB57-5885FD7C4636}" srcOrd="0" destOrd="1" presId="urn:microsoft.com/office/officeart/2005/8/layout/bProcess3"/>
    <dgm:cxn modelId="{D2B2C72C-835C-47EF-98E7-65A61DAB8B59}" type="presOf" srcId="{D1AB346D-53FC-479D-8BA8-1107365E5A77}" destId="{71291DAA-66A5-4B47-BBA1-FA8ACF4A2F3D}" srcOrd="0" destOrd="1" presId="urn:microsoft.com/office/officeart/2005/8/layout/bProcess3"/>
    <dgm:cxn modelId="{3F562E2F-913A-40FB-86B9-4AC35B8067D2}" srcId="{47BF5CE2-CA93-47FC-84A0-D76C8E7CC7D8}" destId="{26DF659E-0D20-4B2F-8415-F05ADBA01264}" srcOrd="2" destOrd="0" parTransId="{A31A213C-8C99-47E6-BA14-33889A3A5EBA}" sibTransId="{44F7C8B8-9FED-4CBC-A8E2-D8FC13432E53}"/>
    <dgm:cxn modelId="{032F2A37-070C-44EE-BB9E-EF5E40089B44}" type="presOf" srcId="{B080EF6A-54A0-44A6-87A2-FD4FA21FAB92}" destId="{86B55CAC-0374-460A-A22C-E556C47CADAC}" srcOrd="0" destOrd="1" presId="urn:microsoft.com/office/officeart/2005/8/layout/bProcess3"/>
    <dgm:cxn modelId="{61FDBE37-5CC1-4DAF-B4D0-E504F34A8F50}" srcId="{3BD37BB4-E19F-4F02-BBE7-FE197471E3B9}" destId="{02858ADF-F9DD-414E-9904-65DA569B9701}" srcOrd="0" destOrd="0" parTransId="{3106FE01-DFF7-463A-B077-D2C506167A22}" sibTransId="{69297B32-4759-474D-9901-5E240D7A1B16}"/>
    <dgm:cxn modelId="{2009D037-AE35-4CF9-9391-F1F3E0045C57}" srcId="{D81083E3-A173-4B87-AE93-B62E2AC539BE}" destId="{3B075102-A3F5-4A1C-8C75-F7B0DD04F58A}" srcOrd="0" destOrd="0" parTransId="{F5D97516-1561-4C5E-BB93-2FB9674765B1}" sibTransId="{ED6D03F5-BDA8-4AB4-B2A6-705CE07D9B63}"/>
    <dgm:cxn modelId="{B257FC3A-E967-4226-8DDE-6BBC2D83CD46}" type="presOf" srcId="{E9637908-6EB7-4FA6-8699-C778C62F1991}" destId="{1F770AE4-CBBB-4BFF-B3F0-983A52B47694}" srcOrd="0" destOrd="0" presId="urn:microsoft.com/office/officeart/2005/8/layout/bProcess3"/>
    <dgm:cxn modelId="{975A453D-748B-4F08-99C2-EC5B92001C4C}" srcId="{08A5047F-8515-4C8B-8A4A-77F46554BA2B}" destId="{89E461FD-F723-48E3-AD35-4EA079F1F6BF}" srcOrd="0" destOrd="0" parTransId="{45D43715-6E67-45F4-8E2C-33E8973A343C}" sibTransId="{412A3944-3B0F-4382-873D-F7590D7CFF5D}"/>
    <dgm:cxn modelId="{510B095C-E3CE-4157-B6F8-886A7F5558B3}" type="presOf" srcId="{57142785-140B-4A78-94F5-248D47C93CBB}" destId="{032C20AB-50D1-4B29-920C-2A8B19A87C40}" srcOrd="0" destOrd="3" presId="urn:microsoft.com/office/officeart/2005/8/layout/bProcess3"/>
    <dgm:cxn modelId="{7329C161-E8F2-491A-B610-7426036E5043}" type="presOf" srcId="{C04C68DE-0A84-484B-8B40-473EA2ABC542}" destId="{6F4BC278-324A-4C9B-B992-8C6F7EB36117}" srcOrd="0" destOrd="0" presId="urn:microsoft.com/office/officeart/2005/8/layout/bProcess3"/>
    <dgm:cxn modelId="{E84B8A63-35BB-4495-9971-58C57A062690}" type="presOf" srcId="{02858ADF-F9DD-414E-9904-65DA569B9701}" destId="{04CCB77C-AF4A-43D4-AF3A-EAEF2A82DC19}" srcOrd="0" destOrd="1" presId="urn:microsoft.com/office/officeart/2005/8/layout/bProcess3"/>
    <dgm:cxn modelId="{93AA2945-35E6-4269-BF4D-F983BCC81869}" srcId="{D81083E3-A173-4B87-AE93-B62E2AC539BE}" destId="{2B061EFE-282A-40BD-AFC6-EA7AE8EE94CE}" srcOrd="1" destOrd="0" parTransId="{963A9864-5ADE-4CAA-8010-4DECFFA7C175}" sibTransId="{09885FF7-CD19-415C-817B-DD502CE06105}"/>
    <dgm:cxn modelId="{3EA1AC47-2491-4B89-8ABE-76F513F72064}" type="presOf" srcId="{C879FEA4-6072-49C2-839E-9A5223998887}" destId="{1F770AE4-CBBB-4BFF-B3F0-983A52B47694}" srcOrd="0" destOrd="2" presId="urn:microsoft.com/office/officeart/2005/8/layout/bProcess3"/>
    <dgm:cxn modelId="{7D705F50-82EC-4749-8AF0-065584A22D18}" type="presOf" srcId="{9EE7FAF4-218D-49D5-9BDF-6F6660996016}" destId="{8D573CA0-8F58-42D4-AB57-5885FD7C4636}" srcOrd="0" destOrd="0" presId="urn:microsoft.com/office/officeart/2005/8/layout/bProcess3"/>
    <dgm:cxn modelId="{6BBC9B73-CB99-4AF1-BBA9-9F6AD9EAD23A}" srcId="{47BF5CE2-CA93-47FC-84A0-D76C8E7CC7D8}" destId="{B080EF6A-54A0-44A6-87A2-FD4FA21FAB92}" srcOrd="0" destOrd="0" parTransId="{C2052C3E-311A-411A-91E2-DC0159BCE4E5}" sibTransId="{DB9079CF-AD9C-4F22-A510-997A0244B75F}"/>
    <dgm:cxn modelId="{69873E76-F4C1-4780-92B2-C2E4A1EFA8D7}" type="presOf" srcId="{CC73CE5B-74EC-4A21-AB01-9E10BCBEFB44}" destId="{6B6E7898-4FC7-4CD9-B6E4-19DABF275FC2}" srcOrd="1" destOrd="0" presId="urn:microsoft.com/office/officeart/2005/8/layout/bProcess3"/>
    <dgm:cxn modelId="{06939B77-F840-46EF-814E-F6EAF9569004}" type="presOf" srcId="{336654C1-CC33-4D5F-8A01-7467038CB80B}" destId="{26B005D8-D533-49C5-9217-DAD46AFCA38C}" srcOrd="0" destOrd="0" presId="urn:microsoft.com/office/officeart/2005/8/layout/bProcess3"/>
    <dgm:cxn modelId="{C6EB0378-B248-48B6-BF8B-88471306F905}" srcId="{9EE7FAF4-218D-49D5-9BDF-6F6660996016}" destId="{617A5304-CA23-4FBD-95FE-C021F79007AA}" srcOrd="0" destOrd="0" parTransId="{F5C20FA5-9E59-4D98-9B7E-45EEFAC978D0}" sibTransId="{945BE0A6-BF71-4A96-B2F5-132E939B7891}"/>
    <dgm:cxn modelId="{2DB54558-B76B-4B7B-9CCC-73606316DC9E}" srcId="{08A5047F-8515-4C8B-8A4A-77F46554BA2B}" destId="{D81083E3-A173-4B87-AE93-B62E2AC539BE}" srcOrd="4" destOrd="0" parTransId="{09768168-6F91-45F0-8E9D-7B28E099FCBD}" sibTransId="{8CF88856-633D-49EC-8CCE-E5DAA378DE9D}"/>
    <dgm:cxn modelId="{0CC3BE59-347C-4D32-8E31-000E23C5B490}" type="presOf" srcId="{2B061EFE-282A-40BD-AFC6-EA7AE8EE94CE}" destId="{032C20AB-50D1-4B29-920C-2A8B19A87C40}" srcOrd="0" destOrd="2" presId="urn:microsoft.com/office/officeart/2005/8/layout/bProcess3"/>
    <dgm:cxn modelId="{38F2B07A-2098-4EB5-8AFF-B400AF99F96E}" type="presOf" srcId="{73EF6C8F-ED34-4000-87CC-6D4348F5B8CC}" destId="{B39A3642-0341-4493-B6BA-620546BC2C26}" srcOrd="0" destOrd="0" presId="urn:microsoft.com/office/officeart/2005/8/layout/bProcess3"/>
    <dgm:cxn modelId="{5DCCC97A-FCF5-4C1D-93B3-479389B74E11}" type="presOf" srcId="{89E461FD-F723-48E3-AD35-4EA079F1F6BF}" destId="{A2B85F2E-551E-4418-84D2-289D792F547E}" srcOrd="0" destOrd="0" presId="urn:microsoft.com/office/officeart/2005/8/layout/bProcess3"/>
    <dgm:cxn modelId="{072AD989-B897-4044-B1A4-7D4B054EE512}" type="presOf" srcId="{47BF5CE2-CA93-47FC-84A0-D76C8E7CC7D8}" destId="{86B55CAC-0374-460A-A22C-E556C47CADAC}" srcOrd="0" destOrd="0" presId="urn:microsoft.com/office/officeart/2005/8/layout/bProcess3"/>
    <dgm:cxn modelId="{2AECB19B-B1A2-416F-82C8-DFE50B5237B4}" srcId="{89E461FD-F723-48E3-AD35-4EA079F1F6BF}" destId="{3FE8BF33-0D9C-4F10-A933-331092ACC6F0}" srcOrd="0" destOrd="0" parTransId="{EB8C3D0B-6A02-4EF0-9625-9B8277AC42DD}" sibTransId="{FF93EB1A-3FD4-4C7F-B325-2EFB2B71E928}"/>
    <dgm:cxn modelId="{5F67EB9C-2C59-43ED-8304-215E8BD98D2D}" type="presOf" srcId="{8CF88856-633D-49EC-8CCE-E5DAA378DE9D}" destId="{2B2A20A3-AB47-4F52-87EE-4B60A816D289}" srcOrd="1" destOrd="0" presId="urn:microsoft.com/office/officeart/2005/8/layout/bProcess3"/>
    <dgm:cxn modelId="{96D1BFA1-C34F-4DEE-8E68-AB68BCDA1397}" srcId="{08A5047F-8515-4C8B-8A4A-77F46554BA2B}" destId="{9EE7FAF4-218D-49D5-9BDF-6F6660996016}" srcOrd="1" destOrd="0" parTransId="{634BDDFC-C400-43DA-9A11-625208DD4D9A}" sibTransId="{CC73CE5B-74EC-4A21-AB01-9E10BCBEFB44}"/>
    <dgm:cxn modelId="{773121A6-767F-48EB-8ACD-694755EE3B02}" srcId="{D81083E3-A173-4B87-AE93-B62E2AC539BE}" destId="{57142785-140B-4A78-94F5-248D47C93CBB}" srcOrd="2" destOrd="0" parTransId="{A860E220-D96D-4D48-B0CE-B5C45E128E4C}" sibTransId="{DEA736F6-FE93-4300-86BE-A3AD606EF03D}"/>
    <dgm:cxn modelId="{8AE85FA8-A98E-4170-97A6-76747FA3AE0D}" type="presOf" srcId="{4C6C9A06-401D-4353-9336-B72E31E8E63D}" destId="{04CCB77C-AF4A-43D4-AF3A-EAEF2A82DC19}" srcOrd="0" destOrd="2" presId="urn:microsoft.com/office/officeart/2005/8/layout/bProcess3"/>
    <dgm:cxn modelId="{12001CAF-0DD1-458D-86F0-13F4775F3850}" type="presOf" srcId="{3FE8BF33-0D9C-4F10-A933-331092ACC6F0}" destId="{A2B85F2E-551E-4418-84D2-289D792F547E}" srcOrd="0" destOrd="1" presId="urn:microsoft.com/office/officeart/2005/8/layout/bProcess3"/>
    <dgm:cxn modelId="{E6AC84B0-220B-48A7-943D-CF80F34148CF}" type="presOf" srcId="{CC73CE5B-74EC-4A21-AB01-9E10BCBEFB44}" destId="{0E256091-F172-4918-B0FC-CA3238B8B6FD}" srcOrd="0" destOrd="0" presId="urn:microsoft.com/office/officeart/2005/8/layout/bProcess3"/>
    <dgm:cxn modelId="{4FB6ECB1-E9F6-4990-A2AD-6601B6DE1DDD}" type="presOf" srcId="{0316A7B2-A46A-4C2D-94BE-D59E9C7CFDD1}" destId="{86B55CAC-0374-460A-A22C-E556C47CADAC}" srcOrd="0" destOrd="2" presId="urn:microsoft.com/office/officeart/2005/8/layout/bProcess3"/>
    <dgm:cxn modelId="{8D4275B6-DBAD-4687-A50C-D95470DFAB86}" srcId="{47BF5CE2-CA93-47FC-84A0-D76C8E7CC7D8}" destId="{9E61F062-D0FE-4A4D-B57D-766F5DE64CC5}" srcOrd="3" destOrd="0" parTransId="{985E8FBC-BAAA-4DA9-8B6B-B372B517028A}" sibTransId="{56E92FE3-8485-488E-AE61-CCBDC9448F14}"/>
    <dgm:cxn modelId="{F2451AB7-8132-48DE-8C31-92B653C8AABB}" type="presOf" srcId="{9E61F062-D0FE-4A4D-B57D-766F5DE64CC5}" destId="{86B55CAC-0374-460A-A22C-E556C47CADAC}" srcOrd="0" destOrd="4" presId="urn:microsoft.com/office/officeart/2005/8/layout/bProcess3"/>
    <dgm:cxn modelId="{2DA46AB9-93B7-440D-A4E9-CD5FA1392ACF}" srcId="{08A5047F-8515-4C8B-8A4A-77F46554BA2B}" destId="{2F8D08F8-5B57-4025-9920-6D7A69B9B625}" srcOrd="3" destOrd="0" parTransId="{6E5ECE5F-7054-4719-AF67-E44AF38D5004}" sibTransId="{73EF6C8F-ED34-4000-87CC-6D4348F5B8CC}"/>
    <dgm:cxn modelId="{FF60FAC1-FB3B-4403-BC47-7F1C6BAE7625}" type="presOf" srcId="{45B8709D-8896-4700-87FD-3FDE4BD43C38}" destId="{1F770AE4-CBBB-4BFF-B3F0-983A52B47694}" srcOrd="0" destOrd="1" presId="urn:microsoft.com/office/officeart/2005/8/layout/bProcess3"/>
    <dgm:cxn modelId="{B63C62C6-2951-4A4C-B867-1642C0639C2B}" type="presOf" srcId="{08A5047F-8515-4C8B-8A4A-77F46554BA2B}" destId="{945A25F9-B98D-49D3-91F4-1234E52AE6CC}" srcOrd="0" destOrd="0" presId="urn:microsoft.com/office/officeart/2005/8/layout/bProcess3"/>
    <dgm:cxn modelId="{4593C8D4-45E6-4FD2-B767-7F6A0285C945}" type="presOf" srcId="{C04C68DE-0A84-484B-8B40-473EA2ABC542}" destId="{3535FA7C-6926-4E7C-B177-553BB19EA920}" srcOrd="1" destOrd="0" presId="urn:microsoft.com/office/officeart/2005/8/layout/bProcess3"/>
    <dgm:cxn modelId="{EF1D32D5-9C32-44E3-A5CB-F36224327838}" srcId="{3BD37BB4-E19F-4F02-BBE7-FE197471E3B9}" destId="{4C6C9A06-401D-4353-9336-B72E31E8E63D}" srcOrd="1" destOrd="0" parTransId="{0D643280-BA23-4AE4-8B12-67B8283A7154}" sibTransId="{B77691EF-1B7E-46A0-A8DF-6E2AA118620E}"/>
    <dgm:cxn modelId="{0D9184DA-CD24-4510-89C4-5F5B67DCCB1A}" type="presOf" srcId="{336654C1-CC33-4D5F-8A01-7467038CB80B}" destId="{E3CFA465-9669-4B33-B365-C088F26C46F6}" srcOrd="1" destOrd="0" presId="urn:microsoft.com/office/officeart/2005/8/layout/bProcess3"/>
    <dgm:cxn modelId="{E469B1DA-41C6-4218-962E-331E42DDE64B}" type="presOf" srcId="{412A3944-3B0F-4382-873D-F7590D7CFF5D}" destId="{46A3C1CA-F3CF-47B7-9BED-F261669B16D1}" srcOrd="0" destOrd="0" presId="urn:microsoft.com/office/officeart/2005/8/layout/bProcess3"/>
    <dgm:cxn modelId="{178B7DE0-6EFC-44C8-84BE-DF0F8BCF954C}" srcId="{E9637908-6EB7-4FA6-8699-C778C62F1991}" destId="{45B8709D-8896-4700-87FD-3FDE4BD43C38}" srcOrd="0" destOrd="0" parTransId="{B3DBDE15-5C7E-437D-8346-B5C8FECA7E50}" sibTransId="{593AEF6D-ED42-4B50-8329-D2F9DD44C916}"/>
    <dgm:cxn modelId="{FE98A2E0-1C13-4005-8B5C-13B5424BB298}" type="presOf" srcId="{3BD37BB4-E19F-4F02-BBE7-FE197471E3B9}" destId="{04CCB77C-AF4A-43D4-AF3A-EAEF2A82DC19}" srcOrd="0" destOrd="0" presId="urn:microsoft.com/office/officeart/2005/8/layout/bProcess3"/>
    <dgm:cxn modelId="{35538DE8-1CFC-4E8B-BFF2-67FB893BF90F}" type="presOf" srcId="{73EF6C8F-ED34-4000-87CC-6D4348F5B8CC}" destId="{0D5F9C20-8FC7-4C40-B6C4-C68CCEC29E2C}" srcOrd="1" destOrd="0" presId="urn:microsoft.com/office/officeart/2005/8/layout/bProcess3"/>
    <dgm:cxn modelId="{411821F2-30F2-4AFE-B312-A505D63B95B2}" srcId="{E9637908-6EB7-4FA6-8699-C778C62F1991}" destId="{C879FEA4-6072-49C2-839E-9A5223998887}" srcOrd="1" destOrd="0" parTransId="{2165D633-76B6-4084-8723-CBDA33CA91AE}" sibTransId="{8FCA2F3B-F99C-4C2C-8B5E-7442718CAB36}"/>
    <dgm:cxn modelId="{0F6327F2-4510-4E15-B688-913D8FBA3F24}" srcId="{08A5047F-8515-4C8B-8A4A-77F46554BA2B}" destId="{47BF5CE2-CA93-47FC-84A0-D76C8E7CC7D8}" srcOrd="2" destOrd="0" parTransId="{69C56C94-6C63-4212-ACA4-108C57286C21}" sibTransId="{336654C1-CC33-4D5F-8A01-7467038CB80B}"/>
    <dgm:cxn modelId="{59ADEEF6-5EC1-48BA-9D27-BC83D5A5C68C}" srcId="{08A5047F-8515-4C8B-8A4A-77F46554BA2B}" destId="{3BD37BB4-E19F-4F02-BBE7-FE197471E3B9}" srcOrd="5" destOrd="0" parTransId="{F7A77F0F-19EA-4C2A-8973-A730DCE0E271}" sibTransId="{C04C68DE-0A84-484B-8B40-473EA2ABC542}"/>
    <dgm:cxn modelId="{231FF6F8-A9AD-4E18-BCFF-643A2D01E214}" type="presOf" srcId="{D81083E3-A173-4B87-AE93-B62E2AC539BE}" destId="{032C20AB-50D1-4B29-920C-2A8B19A87C40}" srcOrd="0" destOrd="0" presId="urn:microsoft.com/office/officeart/2005/8/layout/bProcess3"/>
    <dgm:cxn modelId="{792E6CF5-C575-4937-A427-60AF957BA9EE}" type="presParOf" srcId="{945A25F9-B98D-49D3-91F4-1234E52AE6CC}" destId="{A2B85F2E-551E-4418-84D2-289D792F547E}" srcOrd="0" destOrd="0" presId="urn:microsoft.com/office/officeart/2005/8/layout/bProcess3"/>
    <dgm:cxn modelId="{38447B90-7EE2-44EC-8B54-B63A1DB32455}" type="presParOf" srcId="{945A25F9-B98D-49D3-91F4-1234E52AE6CC}" destId="{46A3C1CA-F3CF-47B7-9BED-F261669B16D1}" srcOrd="1" destOrd="0" presId="urn:microsoft.com/office/officeart/2005/8/layout/bProcess3"/>
    <dgm:cxn modelId="{DAD92351-9194-4A23-9C7D-B447254A37CA}" type="presParOf" srcId="{46A3C1CA-F3CF-47B7-9BED-F261669B16D1}" destId="{B45E9F92-4BDB-49F0-BF7C-0F5BB09E97EE}" srcOrd="0" destOrd="0" presId="urn:microsoft.com/office/officeart/2005/8/layout/bProcess3"/>
    <dgm:cxn modelId="{E5BDE163-D538-4132-8DE2-36786AA538A9}" type="presParOf" srcId="{945A25F9-B98D-49D3-91F4-1234E52AE6CC}" destId="{8D573CA0-8F58-42D4-AB57-5885FD7C4636}" srcOrd="2" destOrd="0" presId="urn:microsoft.com/office/officeart/2005/8/layout/bProcess3"/>
    <dgm:cxn modelId="{42D15814-474B-47F7-9313-20732054470D}" type="presParOf" srcId="{945A25F9-B98D-49D3-91F4-1234E52AE6CC}" destId="{0E256091-F172-4918-B0FC-CA3238B8B6FD}" srcOrd="3" destOrd="0" presId="urn:microsoft.com/office/officeart/2005/8/layout/bProcess3"/>
    <dgm:cxn modelId="{EA284BF3-4EF1-45A8-B1E1-E6DA24A8F96E}" type="presParOf" srcId="{0E256091-F172-4918-B0FC-CA3238B8B6FD}" destId="{6B6E7898-4FC7-4CD9-B6E4-19DABF275FC2}" srcOrd="0" destOrd="0" presId="urn:microsoft.com/office/officeart/2005/8/layout/bProcess3"/>
    <dgm:cxn modelId="{2DAD4136-7993-46CD-824D-9870190C1CA7}" type="presParOf" srcId="{945A25F9-B98D-49D3-91F4-1234E52AE6CC}" destId="{86B55CAC-0374-460A-A22C-E556C47CADAC}" srcOrd="4" destOrd="0" presId="urn:microsoft.com/office/officeart/2005/8/layout/bProcess3"/>
    <dgm:cxn modelId="{6E15FA0B-7EF2-48A7-B8AE-38ADA6E91584}" type="presParOf" srcId="{945A25F9-B98D-49D3-91F4-1234E52AE6CC}" destId="{26B005D8-D533-49C5-9217-DAD46AFCA38C}" srcOrd="5" destOrd="0" presId="urn:microsoft.com/office/officeart/2005/8/layout/bProcess3"/>
    <dgm:cxn modelId="{39A97190-379F-43BE-AB30-B50FDFADED90}" type="presParOf" srcId="{26B005D8-D533-49C5-9217-DAD46AFCA38C}" destId="{E3CFA465-9669-4B33-B365-C088F26C46F6}" srcOrd="0" destOrd="0" presId="urn:microsoft.com/office/officeart/2005/8/layout/bProcess3"/>
    <dgm:cxn modelId="{2396CEE3-E63B-4FB0-A8A4-D2D30DB2DA1E}" type="presParOf" srcId="{945A25F9-B98D-49D3-91F4-1234E52AE6CC}" destId="{71291DAA-66A5-4B47-BBA1-FA8ACF4A2F3D}" srcOrd="6" destOrd="0" presId="urn:microsoft.com/office/officeart/2005/8/layout/bProcess3"/>
    <dgm:cxn modelId="{124BA39D-6DDD-4C21-BB72-26518D04F99F}" type="presParOf" srcId="{945A25F9-B98D-49D3-91F4-1234E52AE6CC}" destId="{B39A3642-0341-4493-B6BA-620546BC2C26}" srcOrd="7" destOrd="0" presId="urn:microsoft.com/office/officeart/2005/8/layout/bProcess3"/>
    <dgm:cxn modelId="{E03A0487-23B2-4204-8FBE-077736DF2EF4}" type="presParOf" srcId="{B39A3642-0341-4493-B6BA-620546BC2C26}" destId="{0D5F9C20-8FC7-4C40-B6C4-C68CCEC29E2C}" srcOrd="0" destOrd="0" presId="urn:microsoft.com/office/officeart/2005/8/layout/bProcess3"/>
    <dgm:cxn modelId="{853BD703-40CB-48F0-B611-4D32026B51FD}" type="presParOf" srcId="{945A25F9-B98D-49D3-91F4-1234E52AE6CC}" destId="{032C20AB-50D1-4B29-920C-2A8B19A87C40}" srcOrd="8" destOrd="0" presId="urn:microsoft.com/office/officeart/2005/8/layout/bProcess3"/>
    <dgm:cxn modelId="{3BF49568-4CCC-435B-A65A-EBEA249D548C}" type="presParOf" srcId="{945A25F9-B98D-49D3-91F4-1234E52AE6CC}" destId="{71E7C0D6-F65D-4E50-9022-C40B9903C820}" srcOrd="9" destOrd="0" presId="urn:microsoft.com/office/officeart/2005/8/layout/bProcess3"/>
    <dgm:cxn modelId="{5A033E81-1582-4D24-9A76-1F7B352D872A}" type="presParOf" srcId="{71E7C0D6-F65D-4E50-9022-C40B9903C820}" destId="{2B2A20A3-AB47-4F52-87EE-4B60A816D289}" srcOrd="0" destOrd="0" presId="urn:microsoft.com/office/officeart/2005/8/layout/bProcess3"/>
    <dgm:cxn modelId="{639FF7F1-D397-4862-B373-6547280F5A88}" type="presParOf" srcId="{945A25F9-B98D-49D3-91F4-1234E52AE6CC}" destId="{04CCB77C-AF4A-43D4-AF3A-EAEF2A82DC19}" srcOrd="10" destOrd="0" presId="urn:microsoft.com/office/officeart/2005/8/layout/bProcess3"/>
    <dgm:cxn modelId="{12286B55-F904-4D84-BBF1-00FDBB6E4821}" type="presParOf" srcId="{945A25F9-B98D-49D3-91F4-1234E52AE6CC}" destId="{6F4BC278-324A-4C9B-B992-8C6F7EB36117}" srcOrd="11" destOrd="0" presId="urn:microsoft.com/office/officeart/2005/8/layout/bProcess3"/>
    <dgm:cxn modelId="{A6815862-F42F-45EC-9E0E-E9532DF69238}" type="presParOf" srcId="{6F4BC278-324A-4C9B-B992-8C6F7EB36117}" destId="{3535FA7C-6926-4E7C-B177-553BB19EA920}" srcOrd="0" destOrd="0" presId="urn:microsoft.com/office/officeart/2005/8/layout/bProcess3"/>
    <dgm:cxn modelId="{C7ADB5EF-309C-4A6E-AA67-438F0B15C44A}" type="presParOf" srcId="{945A25F9-B98D-49D3-91F4-1234E52AE6CC}" destId="{1F770AE4-CBBB-4BFF-B3F0-983A52B47694}" srcOrd="12"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B77C8D4-9BA1-4341-BDBD-28355128EE8F}" type="doc">
      <dgm:prSet loTypeId="urn:microsoft.com/office/officeart/2005/8/layout/pList1" loCatId="list" qsTypeId="urn:microsoft.com/office/officeart/2005/8/quickstyle/simple1" qsCatId="simple" csTypeId="urn:microsoft.com/office/officeart/2005/8/colors/colorful1" csCatId="colorful" phldr="1"/>
      <dgm:spPr/>
      <dgm:t>
        <a:bodyPr/>
        <a:lstStyle/>
        <a:p>
          <a:endParaRPr lang="fr-FR"/>
        </a:p>
      </dgm:t>
    </dgm:pt>
    <dgm:pt modelId="{1E202B2B-84B8-4749-9BE1-A90C46CBA34A}">
      <dgm:prSet phldrT="[Texte]"/>
      <dgm:spPr/>
      <dgm:t>
        <a:bodyPr/>
        <a:lstStyle/>
        <a:p>
          <a:r>
            <a:rPr lang="fr-FR" dirty="0"/>
            <a:t>Documents de référence</a:t>
          </a:r>
        </a:p>
      </dgm:t>
    </dgm:pt>
    <dgm:pt modelId="{87483F1A-C2FE-424B-8B0C-A8D11CD77D67}" type="parTrans" cxnId="{DA66B5F1-EB31-4963-8696-15E1B17CB520}">
      <dgm:prSet/>
      <dgm:spPr/>
      <dgm:t>
        <a:bodyPr/>
        <a:lstStyle/>
        <a:p>
          <a:endParaRPr lang="fr-FR"/>
        </a:p>
      </dgm:t>
    </dgm:pt>
    <dgm:pt modelId="{BC610AB5-1BF7-4DA3-8A06-BBA29D5D6494}" type="sibTrans" cxnId="{DA66B5F1-EB31-4963-8696-15E1B17CB520}">
      <dgm:prSet/>
      <dgm:spPr/>
      <dgm:t>
        <a:bodyPr/>
        <a:lstStyle/>
        <a:p>
          <a:endParaRPr lang="fr-FR"/>
        </a:p>
      </dgm:t>
    </dgm:pt>
    <dgm:pt modelId="{05964064-E1F2-4F40-B812-62661D5F26E5}">
      <dgm:prSet/>
      <dgm:spPr/>
      <dgm:t>
        <a:bodyPr/>
        <a:lstStyle/>
        <a:p>
          <a:r>
            <a:rPr lang="fr-FR"/>
            <a:t>Une méthode</a:t>
          </a:r>
          <a:endParaRPr lang="fr-FR" dirty="0"/>
        </a:p>
      </dgm:t>
    </dgm:pt>
    <dgm:pt modelId="{3D1E957E-F5D9-40E9-ACCC-E0B53799BC90}" type="parTrans" cxnId="{7143310D-6507-46C4-A58E-4E40BCDBE60B}">
      <dgm:prSet/>
      <dgm:spPr/>
      <dgm:t>
        <a:bodyPr/>
        <a:lstStyle/>
        <a:p>
          <a:endParaRPr lang="fr-FR"/>
        </a:p>
      </dgm:t>
    </dgm:pt>
    <dgm:pt modelId="{24DBB8D9-C1CD-4008-B8FA-141E3C566F60}" type="sibTrans" cxnId="{7143310D-6507-46C4-A58E-4E40BCDBE60B}">
      <dgm:prSet/>
      <dgm:spPr/>
      <dgm:t>
        <a:bodyPr/>
        <a:lstStyle/>
        <a:p>
          <a:endParaRPr lang="fr-FR"/>
        </a:p>
      </dgm:t>
    </dgm:pt>
    <dgm:pt modelId="{1E30B5ED-C7C7-45D8-A960-03C00E3A3339}">
      <dgm:prSet/>
      <dgm:spPr/>
      <dgm:t>
        <a:bodyPr/>
        <a:lstStyle/>
        <a:p>
          <a:r>
            <a:rPr lang="fr-FR"/>
            <a:t>Une typologie de cas d’usages</a:t>
          </a:r>
          <a:endParaRPr lang="fr-FR" dirty="0"/>
        </a:p>
      </dgm:t>
    </dgm:pt>
    <dgm:pt modelId="{772C88B1-0D2F-4D63-AC53-CC7BC861BBA8}" type="parTrans" cxnId="{A8313E37-FD42-4B35-AFCE-1B10B5A7D787}">
      <dgm:prSet/>
      <dgm:spPr/>
      <dgm:t>
        <a:bodyPr/>
        <a:lstStyle/>
        <a:p>
          <a:endParaRPr lang="fr-FR"/>
        </a:p>
      </dgm:t>
    </dgm:pt>
    <dgm:pt modelId="{361A50AE-B57C-40D9-B41C-1826A8C63BA6}" type="sibTrans" cxnId="{A8313E37-FD42-4B35-AFCE-1B10B5A7D787}">
      <dgm:prSet/>
      <dgm:spPr/>
      <dgm:t>
        <a:bodyPr/>
        <a:lstStyle/>
        <a:p>
          <a:endParaRPr lang="fr-FR"/>
        </a:p>
      </dgm:t>
    </dgm:pt>
    <dgm:pt modelId="{6FEC035E-6C73-481F-B7E6-7E1EB60CFDA6}">
      <dgm:prSet/>
      <dgm:spPr/>
      <dgm:t>
        <a:bodyPr/>
        <a:lstStyle/>
        <a:p>
          <a:r>
            <a:rPr lang="fr-FR"/>
            <a:t>Des bonnes pratiques</a:t>
          </a:r>
          <a:endParaRPr lang="fr-FR" dirty="0"/>
        </a:p>
      </dgm:t>
    </dgm:pt>
    <dgm:pt modelId="{2C7EEE02-BE06-4EBC-84FD-18A4D8B254DA}" type="parTrans" cxnId="{C5C97969-378D-4BDF-8E25-BCEEC135400D}">
      <dgm:prSet/>
      <dgm:spPr/>
      <dgm:t>
        <a:bodyPr/>
        <a:lstStyle/>
        <a:p>
          <a:endParaRPr lang="fr-FR"/>
        </a:p>
      </dgm:t>
    </dgm:pt>
    <dgm:pt modelId="{C1477E18-BD85-4F02-AD2C-27768C9C914D}" type="sibTrans" cxnId="{C5C97969-378D-4BDF-8E25-BCEEC135400D}">
      <dgm:prSet/>
      <dgm:spPr/>
      <dgm:t>
        <a:bodyPr/>
        <a:lstStyle/>
        <a:p>
          <a:endParaRPr lang="fr-FR"/>
        </a:p>
      </dgm:t>
    </dgm:pt>
    <dgm:pt modelId="{B5F0E103-08EE-4301-8102-459CB10C4A57}">
      <dgm:prSet/>
      <dgm:spPr/>
      <dgm:t>
        <a:bodyPr/>
        <a:lstStyle/>
        <a:p>
          <a:r>
            <a:rPr lang="fr-FR"/>
            <a:t>Un « </a:t>
          </a:r>
          <a:r>
            <a:rPr lang="fr-FR" i="1"/>
            <a:t>backlog</a:t>
          </a:r>
          <a:r>
            <a:rPr lang="fr-FR"/>
            <a:t> » d’actions à mener</a:t>
          </a:r>
        </a:p>
      </dgm:t>
    </dgm:pt>
    <dgm:pt modelId="{AC566CF1-2841-4C9E-9CAA-B3F77D326075}" type="parTrans" cxnId="{02B93211-8CB9-4A6E-A45E-A278106892F0}">
      <dgm:prSet/>
      <dgm:spPr/>
      <dgm:t>
        <a:bodyPr/>
        <a:lstStyle/>
        <a:p>
          <a:endParaRPr lang="fr-FR"/>
        </a:p>
      </dgm:t>
    </dgm:pt>
    <dgm:pt modelId="{640A36D3-7BCA-40E1-B3A8-24686CDB2FF3}" type="sibTrans" cxnId="{02B93211-8CB9-4A6E-A45E-A278106892F0}">
      <dgm:prSet/>
      <dgm:spPr/>
      <dgm:t>
        <a:bodyPr/>
        <a:lstStyle/>
        <a:p>
          <a:endParaRPr lang="fr-FR"/>
        </a:p>
      </dgm:t>
    </dgm:pt>
    <dgm:pt modelId="{C2854555-4D6E-4569-8EDA-5C1E2E9CB2DA}" type="pres">
      <dgm:prSet presAssocID="{CB77C8D4-9BA1-4341-BDBD-28355128EE8F}" presName="Name0" presStyleCnt="0">
        <dgm:presLayoutVars>
          <dgm:dir/>
          <dgm:resizeHandles val="exact"/>
        </dgm:presLayoutVars>
      </dgm:prSet>
      <dgm:spPr/>
    </dgm:pt>
    <dgm:pt modelId="{878675AC-7A12-431F-A251-F9EB47FF9E5D}" type="pres">
      <dgm:prSet presAssocID="{1E202B2B-84B8-4749-9BE1-A90C46CBA34A}" presName="compNode" presStyleCnt="0"/>
      <dgm:spPr/>
    </dgm:pt>
    <dgm:pt modelId="{B4EB0A9D-A793-4D50-ADD7-33A2B24F9B9F}" type="pres">
      <dgm:prSet presAssocID="{1E202B2B-84B8-4749-9BE1-A90C46CBA34A}" presName="pictRect" presStyleLbl="nod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t="-23000" b="-23000"/>
          </a:stretch>
        </a:blipFill>
      </dgm:spPr>
      <dgm:extLst>
        <a:ext uri="{E40237B7-FDA0-4F09-8148-C483321AD2D9}">
          <dgm14:cNvPr xmlns:dgm14="http://schemas.microsoft.com/office/drawing/2010/diagram" id="0" name="" descr="Création de récits contour"/>
        </a:ext>
      </dgm:extLst>
    </dgm:pt>
    <dgm:pt modelId="{F6DA58B2-9841-4535-B81E-50853009B99F}" type="pres">
      <dgm:prSet presAssocID="{1E202B2B-84B8-4749-9BE1-A90C46CBA34A}" presName="textRect" presStyleLbl="revTx" presStyleIdx="0" presStyleCnt="5">
        <dgm:presLayoutVars>
          <dgm:bulletEnabled val="1"/>
        </dgm:presLayoutVars>
      </dgm:prSet>
      <dgm:spPr/>
    </dgm:pt>
    <dgm:pt modelId="{9A53ABDC-FDE6-47F2-B1F2-9DB3C54EF241}" type="pres">
      <dgm:prSet presAssocID="{BC610AB5-1BF7-4DA3-8A06-BBA29D5D6494}" presName="sibTrans" presStyleLbl="sibTrans2D1" presStyleIdx="0" presStyleCnt="0"/>
      <dgm:spPr/>
    </dgm:pt>
    <dgm:pt modelId="{C10D1067-4DDE-4DD0-99C2-EE2796F04D3F}" type="pres">
      <dgm:prSet presAssocID="{05964064-E1F2-4F40-B812-62661D5F26E5}" presName="compNode" presStyleCnt="0"/>
      <dgm:spPr/>
    </dgm:pt>
    <dgm:pt modelId="{A50E75AB-FF58-4A09-AE3F-D6382FCC5754}" type="pres">
      <dgm:prSet presAssocID="{05964064-E1F2-4F40-B812-62661D5F26E5}" presName="pictRect" presStyleLbl="nod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t="-23000" b="-23000"/>
          </a:stretch>
        </a:blipFill>
      </dgm:spPr>
      <dgm:extLst>
        <a:ext uri="{E40237B7-FDA0-4F09-8148-C483321AD2D9}">
          <dgm14:cNvPr xmlns:dgm14="http://schemas.microsoft.com/office/drawing/2010/diagram" id="0" name="" descr="Tableau décisionnel contour"/>
        </a:ext>
      </dgm:extLst>
    </dgm:pt>
    <dgm:pt modelId="{938C35C4-5731-4C87-B97C-4EBD11105F1D}" type="pres">
      <dgm:prSet presAssocID="{05964064-E1F2-4F40-B812-62661D5F26E5}" presName="textRect" presStyleLbl="revTx" presStyleIdx="1" presStyleCnt="5">
        <dgm:presLayoutVars>
          <dgm:bulletEnabled val="1"/>
        </dgm:presLayoutVars>
      </dgm:prSet>
      <dgm:spPr/>
    </dgm:pt>
    <dgm:pt modelId="{D5AAAD9B-4BB2-4BC4-8499-C91ACDAE89C6}" type="pres">
      <dgm:prSet presAssocID="{24DBB8D9-C1CD-4008-B8FA-141E3C566F60}" presName="sibTrans" presStyleLbl="sibTrans2D1" presStyleIdx="0" presStyleCnt="0"/>
      <dgm:spPr/>
    </dgm:pt>
    <dgm:pt modelId="{56620266-C681-4CC5-8A15-D50C945DDB0E}" type="pres">
      <dgm:prSet presAssocID="{1E30B5ED-C7C7-45D8-A960-03C00E3A3339}" presName="compNode" presStyleCnt="0"/>
      <dgm:spPr/>
    </dgm:pt>
    <dgm:pt modelId="{0FA65467-EA15-4344-8E41-7EB65A45C570}" type="pres">
      <dgm:prSet presAssocID="{1E30B5ED-C7C7-45D8-A960-03C00E3A3339}" presName="pictRect" presStyleLbl="nod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t="-23000" b="-23000"/>
          </a:stretch>
        </a:blipFill>
      </dgm:spPr>
      <dgm:extLst>
        <a:ext uri="{E40237B7-FDA0-4F09-8148-C483321AD2D9}">
          <dgm14:cNvPr xmlns:dgm14="http://schemas.microsoft.com/office/drawing/2010/diagram" id="0" name="" descr="Menu contour"/>
        </a:ext>
      </dgm:extLst>
    </dgm:pt>
    <dgm:pt modelId="{9D1D7F30-C6C5-4FAD-843B-90EB4FC14EAA}" type="pres">
      <dgm:prSet presAssocID="{1E30B5ED-C7C7-45D8-A960-03C00E3A3339}" presName="textRect" presStyleLbl="revTx" presStyleIdx="2" presStyleCnt="5">
        <dgm:presLayoutVars>
          <dgm:bulletEnabled val="1"/>
        </dgm:presLayoutVars>
      </dgm:prSet>
      <dgm:spPr/>
    </dgm:pt>
    <dgm:pt modelId="{9C85A2A2-0C40-4A53-B780-25A4013DC95A}" type="pres">
      <dgm:prSet presAssocID="{361A50AE-B57C-40D9-B41C-1826A8C63BA6}" presName="sibTrans" presStyleLbl="sibTrans2D1" presStyleIdx="0" presStyleCnt="0"/>
      <dgm:spPr/>
    </dgm:pt>
    <dgm:pt modelId="{A07D030D-024B-4B0A-A857-3B2B3C658CC1}" type="pres">
      <dgm:prSet presAssocID="{6FEC035E-6C73-481F-B7E6-7E1EB60CFDA6}" presName="compNode" presStyleCnt="0"/>
      <dgm:spPr/>
    </dgm:pt>
    <dgm:pt modelId="{EF04437E-7EDD-47AB-B0E8-558A779AECE4}" type="pres">
      <dgm:prSet presAssocID="{6FEC035E-6C73-481F-B7E6-7E1EB60CFDA6}" presName="pictRect" presStyleLbl="nod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t="-23000" b="-23000"/>
          </a:stretch>
        </a:blipFill>
      </dgm:spPr>
      <dgm:extLst>
        <a:ext uri="{E40237B7-FDA0-4F09-8148-C483321AD2D9}">
          <dgm14:cNvPr xmlns:dgm14="http://schemas.microsoft.com/office/drawing/2010/diagram" id="0" name="" descr="Presse-papiers vérifié contour"/>
        </a:ext>
      </dgm:extLst>
    </dgm:pt>
    <dgm:pt modelId="{06DEF86E-B797-450C-9F22-1199D89230FB}" type="pres">
      <dgm:prSet presAssocID="{6FEC035E-6C73-481F-B7E6-7E1EB60CFDA6}" presName="textRect" presStyleLbl="revTx" presStyleIdx="3" presStyleCnt="5">
        <dgm:presLayoutVars>
          <dgm:bulletEnabled val="1"/>
        </dgm:presLayoutVars>
      </dgm:prSet>
      <dgm:spPr/>
    </dgm:pt>
    <dgm:pt modelId="{9F4F436E-BC3F-43F8-B0CD-FC939468B8D0}" type="pres">
      <dgm:prSet presAssocID="{C1477E18-BD85-4F02-AD2C-27768C9C914D}" presName="sibTrans" presStyleLbl="sibTrans2D1" presStyleIdx="0" presStyleCnt="0"/>
      <dgm:spPr/>
    </dgm:pt>
    <dgm:pt modelId="{0C661327-F25F-427A-8318-33E49AE1A39D}" type="pres">
      <dgm:prSet presAssocID="{B5F0E103-08EE-4301-8102-459CB10C4A57}" presName="compNode" presStyleCnt="0"/>
      <dgm:spPr/>
    </dgm:pt>
    <dgm:pt modelId="{8D43D9D5-106E-4698-9060-1A9DCED61343}" type="pres">
      <dgm:prSet presAssocID="{B5F0E103-08EE-4301-8102-459CB10C4A57}" presName="pictRect" presStyleLbl="nod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t="-23000" b="-23000"/>
          </a:stretch>
        </a:blipFill>
      </dgm:spPr>
      <dgm:extLst>
        <a:ext uri="{E40237B7-FDA0-4F09-8148-C483321AD2D9}">
          <dgm14:cNvPr xmlns:dgm14="http://schemas.microsoft.com/office/drawing/2010/diagram" id="0" name="" descr="Diagramme de Gantt contour"/>
        </a:ext>
      </dgm:extLst>
    </dgm:pt>
    <dgm:pt modelId="{16CF0EBD-703E-438D-8D1B-C2D740AE3D52}" type="pres">
      <dgm:prSet presAssocID="{B5F0E103-08EE-4301-8102-459CB10C4A57}" presName="textRect" presStyleLbl="revTx" presStyleIdx="4" presStyleCnt="5">
        <dgm:presLayoutVars>
          <dgm:bulletEnabled val="1"/>
        </dgm:presLayoutVars>
      </dgm:prSet>
      <dgm:spPr/>
    </dgm:pt>
  </dgm:ptLst>
  <dgm:cxnLst>
    <dgm:cxn modelId="{7143310D-6507-46C4-A58E-4E40BCDBE60B}" srcId="{CB77C8D4-9BA1-4341-BDBD-28355128EE8F}" destId="{05964064-E1F2-4F40-B812-62661D5F26E5}" srcOrd="1" destOrd="0" parTransId="{3D1E957E-F5D9-40E9-ACCC-E0B53799BC90}" sibTransId="{24DBB8D9-C1CD-4008-B8FA-141E3C566F60}"/>
    <dgm:cxn modelId="{02B93211-8CB9-4A6E-A45E-A278106892F0}" srcId="{CB77C8D4-9BA1-4341-BDBD-28355128EE8F}" destId="{B5F0E103-08EE-4301-8102-459CB10C4A57}" srcOrd="4" destOrd="0" parTransId="{AC566CF1-2841-4C9E-9CAA-B3F77D326075}" sibTransId="{640A36D3-7BCA-40E1-B3A8-24686CDB2FF3}"/>
    <dgm:cxn modelId="{A8313E37-FD42-4B35-AFCE-1B10B5A7D787}" srcId="{CB77C8D4-9BA1-4341-BDBD-28355128EE8F}" destId="{1E30B5ED-C7C7-45D8-A960-03C00E3A3339}" srcOrd="2" destOrd="0" parTransId="{772C88B1-0D2F-4D63-AC53-CC7BC861BBA8}" sibTransId="{361A50AE-B57C-40D9-B41C-1826A8C63BA6}"/>
    <dgm:cxn modelId="{E99EB75B-C619-442E-AF3B-8B133EACD04C}" type="presOf" srcId="{24DBB8D9-C1CD-4008-B8FA-141E3C566F60}" destId="{D5AAAD9B-4BB2-4BC4-8499-C91ACDAE89C6}" srcOrd="0" destOrd="0" presId="urn:microsoft.com/office/officeart/2005/8/layout/pList1"/>
    <dgm:cxn modelId="{8FBF285D-81BF-4390-AF41-FE8625E8047D}" type="presOf" srcId="{05964064-E1F2-4F40-B812-62661D5F26E5}" destId="{938C35C4-5731-4C87-B97C-4EBD11105F1D}" srcOrd="0" destOrd="0" presId="urn:microsoft.com/office/officeart/2005/8/layout/pList1"/>
    <dgm:cxn modelId="{C5C97969-378D-4BDF-8E25-BCEEC135400D}" srcId="{CB77C8D4-9BA1-4341-BDBD-28355128EE8F}" destId="{6FEC035E-6C73-481F-B7E6-7E1EB60CFDA6}" srcOrd="3" destOrd="0" parTransId="{2C7EEE02-BE06-4EBC-84FD-18A4D8B254DA}" sibTransId="{C1477E18-BD85-4F02-AD2C-27768C9C914D}"/>
    <dgm:cxn modelId="{FA9C7470-7134-47C9-858E-F97EE329C24F}" type="presOf" srcId="{361A50AE-B57C-40D9-B41C-1826A8C63BA6}" destId="{9C85A2A2-0C40-4A53-B780-25A4013DC95A}" srcOrd="0" destOrd="0" presId="urn:microsoft.com/office/officeart/2005/8/layout/pList1"/>
    <dgm:cxn modelId="{79538975-810A-4EDC-93F8-9206C7B14B03}" type="presOf" srcId="{6FEC035E-6C73-481F-B7E6-7E1EB60CFDA6}" destId="{06DEF86E-B797-450C-9F22-1199D89230FB}" srcOrd="0" destOrd="0" presId="urn:microsoft.com/office/officeart/2005/8/layout/pList1"/>
    <dgm:cxn modelId="{E367CD57-1761-4F0C-89E6-AF43D0B25848}" type="presOf" srcId="{B5F0E103-08EE-4301-8102-459CB10C4A57}" destId="{16CF0EBD-703E-438D-8D1B-C2D740AE3D52}" srcOrd="0" destOrd="0" presId="urn:microsoft.com/office/officeart/2005/8/layout/pList1"/>
    <dgm:cxn modelId="{B67DDE87-0F24-40B7-83C9-822F6CAA130E}" type="presOf" srcId="{CB77C8D4-9BA1-4341-BDBD-28355128EE8F}" destId="{C2854555-4D6E-4569-8EDA-5C1E2E9CB2DA}" srcOrd="0" destOrd="0" presId="urn:microsoft.com/office/officeart/2005/8/layout/pList1"/>
    <dgm:cxn modelId="{0275E38B-B15B-4AFC-8C77-EA6555EB579E}" type="presOf" srcId="{BC610AB5-1BF7-4DA3-8A06-BBA29D5D6494}" destId="{9A53ABDC-FDE6-47F2-B1F2-9DB3C54EF241}" srcOrd="0" destOrd="0" presId="urn:microsoft.com/office/officeart/2005/8/layout/pList1"/>
    <dgm:cxn modelId="{87AF5D8D-0CD3-40C9-91C7-7F899EA5DB78}" type="presOf" srcId="{C1477E18-BD85-4F02-AD2C-27768C9C914D}" destId="{9F4F436E-BC3F-43F8-B0CD-FC939468B8D0}" srcOrd="0" destOrd="0" presId="urn:microsoft.com/office/officeart/2005/8/layout/pList1"/>
    <dgm:cxn modelId="{D8E52FB0-2E2B-4682-8A44-DC0F3CA02ED1}" type="presOf" srcId="{1E30B5ED-C7C7-45D8-A960-03C00E3A3339}" destId="{9D1D7F30-C6C5-4FAD-843B-90EB4FC14EAA}" srcOrd="0" destOrd="0" presId="urn:microsoft.com/office/officeart/2005/8/layout/pList1"/>
    <dgm:cxn modelId="{DA66B5F1-EB31-4963-8696-15E1B17CB520}" srcId="{CB77C8D4-9BA1-4341-BDBD-28355128EE8F}" destId="{1E202B2B-84B8-4749-9BE1-A90C46CBA34A}" srcOrd="0" destOrd="0" parTransId="{87483F1A-C2FE-424B-8B0C-A8D11CD77D67}" sibTransId="{BC610AB5-1BF7-4DA3-8A06-BBA29D5D6494}"/>
    <dgm:cxn modelId="{05D565F8-8AB0-4C18-ACE5-1DC47CC4F57C}" type="presOf" srcId="{1E202B2B-84B8-4749-9BE1-A90C46CBA34A}" destId="{F6DA58B2-9841-4535-B81E-50853009B99F}" srcOrd="0" destOrd="0" presId="urn:microsoft.com/office/officeart/2005/8/layout/pList1"/>
    <dgm:cxn modelId="{7C2063B3-4453-4A73-89EF-933EB3B33BBE}" type="presParOf" srcId="{C2854555-4D6E-4569-8EDA-5C1E2E9CB2DA}" destId="{878675AC-7A12-431F-A251-F9EB47FF9E5D}" srcOrd="0" destOrd="0" presId="urn:microsoft.com/office/officeart/2005/8/layout/pList1"/>
    <dgm:cxn modelId="{87E5C251-7137-40B4-9DA9-AE06D676CDA0}" type="presParOf" srcId="{878675AC-7A12-431F-A251-F9EB47FF9E5D}" destId="{B4EB0A9D-A793-4D50-ADD7-33A2B24F9B9F}" srcOrd="0" destOrd="0" presId="urn:microsoft.com/office/officeart/2005/8/layout/pList1"/>
    <dgm:cxn modelId="{50EC35C3-0835-49BB-AFCC-FA7595DB78B9}" type="presParOf" srcId="{878675AC-7A12-431F-A251-F9EB47FF9E5D}" destId="{F6DA58B2-9841-4535-B81E-50853009B99F}" srcOrd="1" destOrd="0" presId="urn:microsoft.com/office/officeart/2005/8/layout/pList1"/>
    <dgm:cxn modelId="{5BC1912A-682C-4C80-93ED-E9FA01771EAE}" type="presParOf" srcId="{C2854555-4D6E-4569-8EDA-5C1E2E9CB2DA}" destId="{9A53ABDC-FDE6-47F2-B1F2-9DB3C54EF241}" srcOrd="1" destOrd="0" presId="urn:microsoft.com/office/officeart/2005/8/layout/pList1"/>
    <dgm:cxn modelId="{2F477A3B-4AE5-4831-A3BF-6E90CA640D29}" type="presParOf" srcId="{C2854555-4D6E-4569-8EDA-5C1E2E9CB2DA}" destId="{C10D1067-4DDE-4DD0-99C2-EE2796F04D3F}" srcOrd="2" destOrd="0" presId="urn:microsoft.com/office/officeart/2005/8/layout/pList1"/>
    <dgm:cxn modelId="{17E6F9C5-07AC-4E7F-BC88-55E3D32342B3}" type="presParOf" srcId="{C10D1067-4DDE-4DD0-99C2-EE2796F04D3F}" destId="{A50E75AB-FF58-4A09-AE3F-D6382FCC5754}" srcOrd="0" destOrd="0" presId="urn:microsoft.com/office/officeart/2005/8/layout/pList1"/>
    <dgm:cxn modelId="{89F474D1-BD59-4009-8676-0CA7DF2441DB}" type="presParOf" srcId="{C10D1067-4DDE-4DD0-99C2-EE2796F04D3F}" destId="{938C35C4-5731-4C87-B97C-4EBD11105F1D}" srcOrd="1" destOrd="0" presId="urn:microsoft.com/office/officeart/2005/8/layout/pList1"/>
    <dgm:cxn modelId="{40C9E80D-E1FD-478D-B936-D0B3C40046B7}" type="presParOf" srcId="{C2854555-4D6E-4569-8EDA-5C1E2E9CB2DA}" destId="{D5AAAD9B-4BB2-4BC4-8499-C91ACDAE89C6}" srcOrd="3" destOrd="0" presId="urn:microsoft.com/office/officeart/2005/8/layout/pList1"/>
    <dgm:cxn modelId="{5A126B6D-6FCB-422C-85EB-FD953984AF8B}" type="presParOf" srcId="{C2854555-4D6E-4569-8EDA-5C1E2E9CB2DA}" destId="{56620266-C681-4CC5-8A15-D50C945DDB0E}" srcOrd="4" destOrd="0" presId="urn:microsoft.com/office/officeart/2005/8/layout/pList1"/>
    <dgm:cxn modelId="{23A22ECE-C273-4BBC-8F38-7AF5F9557D78}" type="presParOf" srcId="{56620266-C681-4CC5-8A15-D50C945DDB0E}" destId="{0FA65467-EA15-4344-8E41-7EB65A45C570}" srcOrd="0" destOrd="0" presId="urn:microsoft.com/office/officeart/2005/8/layout/pList1"/>
    <dgm:cxn modelId="{99C40231-D7E4-4C6E-8546-7EBFDBB2AB79}" type="presParOf" srcId="{56620266-C681-4CC5-8A15-D50C945DDB0E}" destId="{9D1D7F30-C6C5-4FAD-843B-90EB4FC14EAA}" srcOrd="1" destOrd="0" presId="urn:microsoft.com/office/officeart/2005/8/layout/pList1"/>
    <dgm:cxn modelId="{4102843C-21BB-44DB-8161-319188E833F7}" type="presParOf" srcId="{C2854555-4D6E-4569-8EDA-5C1E2E9CB2DA}" destId="{9C85A2A2-0C40-4A53-B780-25A4013DC95A}" srcOrd="5" destOrd="0" presId="urn:microsoft.com/office/officeart/2005/8/layout/pList1"/>
    <dgm:cxn modelId="{CA6197DA-6D69-4C58-9DBA-FBF385AE3800}" type="presParOf" srcId="{C2854555-4D6E-4569-8EDA-5C1E2E9CB2DA}" destId="{A07D030D-024B-4B0A-A857-3B2B3C658CC1}" srcOrd="6" destOrd="0" presId="urn:microsoft.com/office/officeart/2005/8/layout/pList1"/>
    <dgm:cxn modelId="{12577C23-B3BE-4DD3-8CB6-0AFB9D9ADE40}" type="presParOf" srcId="{A07D030D-024B-4B0A-A857-3B2B3C658CC1}" destId="{EF04437E-7EDD-47AB-B0E8-558A779AECE4}" srcOrd="0" destOrd="0" presId="urn:microsoft.com/office/officeart/2005/8/layout/pList1"/>
    <dgm:cxn modelId="{05AF064B-A121-44FF-B590-23261A4223FA}" type="presParOf" srcId="{A07D030D-024B-4B0A-A857-3B2B3C658CC1}" destId="{06DEF86E-B797-450C-9F22-1199D89230FB}" srcOrd="1" destOrd="0" presId="urn:microsoft.com/office/officeart/2005/8/layout/pList1"/>
    <dgm:cxn modelId="{078A88B7-FE5D-45B8-8AF6-1B85BC7B8F22}" type="presParOf" srcId="{C2854555-4D6E-4569-8EDA-5C1E2E9CB2DA}" destId="{9F4F436E-BC3F-43F8-B0CD-FC939468B8D0}" srcOrd="7" destOrd="0" presId="urn:microsoft.com/office/officeart/2005/8/layout/pList1"/>
    <dgm:cxn modelId="{60286BE8-A8AC-4814-BC01-5C01E3F348FA}" type="presParOf" srcId="{C2854555-4D6E-4569-8EDA-5C1E2E9CB2DA}" destId="{0C661327-F25F-427A-8318-33E49AE1A39D}" srcOrd="8" destOrd="0" presId="urn:microsoft.com/office/officeart/2005/8/layout/pList1"/>
    <dgm:cxn modelId="{8B06C3C8-345B-4B95-A8EE-F22BC361DF26}" type="presParOf" srcId="{0C661327-F25F-427A-8318-33E49AE1A39D}" destId="{8D43D9D5-106E-4698-9060-1A9DCED61343}" srcOrd="0" destOrd="0" presId="urn:microsoft.com/office/officeart/2005/8/layout/pList1"/>
    <dgm:cxn modelId="{48043D5E-8D72-477F-9FA5-BAAEEAE2CD53}" type="presParOf" srcId="{0C661327-F25F-427A-8318-33E49AE1A39D}" destId="{16CF0EBD-703E-438D-8D1B-C2D740AE3D52}" srcOrd="1" destOrd="0" presId="urn:microsoft.com/office/officeart/2005/8/layout/p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AFFD17C-6211-4D79-ACF9-0A0DF5E8C87F}" type="doc">
      <dgm:prSet loTypeId="urn:microsoft.com/office/officeart/2005/8/layout/radial5" loCatId="cycle" qsTypeId="urn:microsoft.com/office/officeart/2005/8/quickstyle/simple1" qsCatId="simple" csTypeId="urn:microsoft.com/office/officeart/2005/8/colors/colorful1" csCatId="colorful" phldr="1"/>
      <dgm:spPr/>
      <dgm:t>
        <a:bodyPr/>
        <a:lstStyle/>
        <a:p>
          <a:endParaRPr lang="fr-FR"/>
        </a:p>
      </dgm:t>
    </dgm:pt>
    <dgm:pt modelId="{FED1F870-7637-4D98-BEBA-021F9A1BF2DA}">
      <dgm:prSet phldrT="[Texte]" phldr="0" custT="1"/>
      <dgm:spPr/>
      <dgm:t>
        <a:bodyPr/>
        <a:lstStyle/>
        <a:p>
          <a:r>
            <a:rPr lang="fr-FR" sz="1300"/>
            <a:t>Travaux en cours</a:t>
          </a:r>
          <a:endParaRPr lang="fr-FR" sz="1300" dirty="0"/>
        </a:p>
      </dgm:t>
    </dgm:pt>
    <dgm:pt modelId="{1C155288-6175-4063-856A-729C70EBB02A}" type="parTrans" cxnId="{8510C8F5-94D2-4E27-AC22-F6DBF55C341E}">
      <dgm:prSet/>
      <dgm:spPr/>
      <dgm:t>
        <a:bodyPr/>
        <a:lstStyle/>
        <a:p>
          <a:endParaRPr lang="fr-FR"/>
        </a:p>
      </dgm:t>
    </dgm:pt>
    <dgm:pt modelId="{E9BFC2B6-FDDE-48E2-870D-E02FD2E2750F}" type="sibTrans" cxnId="{8510C8F5-94D2-4E27-AC22-F6DBF55C341E}">
      <dgm:prSet/>
      <dgm:spPr/>
      <dgm:t>
        <a:bodyPr/>
        <a:lstStyle/>
        <a:p>
          <a:endParaRPr lang="fr-FR"/>
        </a:p>
      </dgm:t>
    </dgm:pt>
    <dgm:pt modelId="{3038B1EC-ACA0-4CF1-A77E-2D61E7FE5E31}">
      <dgm:prSet phldrT="[Texte]" phldr="0" custT="1"/>
      <dgm:spPr/>
      <dgm:t>
        <a:bodyPr/>
        <a:lstStyle/>
        <a:p>
          <a:r>
            <a:rPr lang="fr-FR" sz="1300" dirty="0"/>
            <a:t>Amélioration continue</a:t>
          </a:r>
        </a:p>
      </dgm:t>
    </dgm:pt>
    <dgm:pt modelId="{8624163E-955B-4AC3-BDC2-D1899A35B4E4}" type="parTrans" cxnId="{15C4A1F0-2E3C-4EF9-A669-3166D8C34A51}">
      <dgm:prSet/>
      <dgm:spPr/>
      <dgm:t>
        <a:bodyPr/>
        <a:lstStyle/>
        <a:p>
          <a:endParaRPr lang="fr-FR"/>
        </a:p>
      </dgm:t>
    </dgm:pt>
    <dgm:pt modelId="{F441567E-FDB5-4864-978B-BED30D823E63}" type="sibTrans" cxnId="{15C4A1F0-2E3C-4EF9-A669-3166D8C34A51}">
      <dgm:prSet/>
      <dgm:spPr/>
      <dgm:t>
        <a:bodyPr/>
        <a:lstStyle/>
        <a:p>
          <a:endParaRPr lang="fr-FR"/>
        </a:p>
      </dgm:t>
    </dgm:pt>
    <dgm:pt modelId="{A7A00A4C-F170-49DB-A57A-5B0E935D2E62}">
      <dgm:prSet phldrT="[Texte]" phldr="0" custT="1"/>
      <dgm:spPr/>
      <dgm:t>
        <a:bodyPr/>
        <a:lstStyle/>
        <a:p>
          <a:r>
            <a:rPr lang="fr-FR" sz="1300" dirty="0"/>
            <a:t>Étude de cas</a:t>
          </a:r>
        </a:p>
      </dgm:t>
    </dgm:pt>
    <dgm:pt modelId="{48B9C468-E889-4B4B-808C-F5002E51D232}" type="parTrans" cxnId="{C2467AF9-D24D-4B58-8A39-D6FC71E81985}">
      <dgm:prSet/>
      <dgm:spPr/>
      <dgm:t>
        <a:bodyPr/>
        <a:lstStyle/>
        <a:p>
          <a:endParaRPr lang="fr-FR"/>
        </a:p>
      </dgm:t>
    </dgm:pt>
    <dgm:pt modelId="{57B5C448-C496-4946-9CC0-4132B2BFF19D}" type="sibTrans" cxnId="{C2467AF9-D24D-4B58-8A39-D6FC71E81985}">
      <dgm:prSet/>
      <dgm:spPr/>
      <dgm:t>
        <a:bodyPr/>
        <a:lstStyle/>
        <a:p>
          <a:endParaRPr lang="fr-FR"/>
        </a:p>
      </dgm:t>
    </dgm:pt>
    <dgm:pt modelId="{5A35EFC4-4D6F-47C4-B28D-A24AD4C8A14C}">
      <dgm:prSet phldrT="[Texte]" phldr="0" custT="1"/>
      <dgm:spPr/>
      <dgm:t>
        <a:bodyPr/>
        <a:lstStyle/>
        <a:p>
          <a:r>
            <a:rPr lang="fr-FR" sz="1300" dirty="0"/>
            <a:t>Travaux annexes</a:t>
          </a:r>
        </a:p>
      </dgm:t>
    </dgm:pt>
    <dgm:pt modelId="{0C541E88-FB92-4499-BC96-BFFA5BA88B85}" type="parTrans" cxnId="{FE102FCC-1D04-45E2-9DA3-14362B867704}">
      <dgm:prSet/>
      <dgm:spPr/>
      <dgm:t>
        <a:bodyPr/>
        <a:lstStyle/>
        <a:p>
          <a:endParaRPr lang="fr-FR"/>
        </a:p>
      </dgm:t>
    </dgm:pt>
    <dgm:pt modelId="{D618D1FF-35AB-4DBC-A899-40CA94857E77}" type="sibTrans" cxnId="{FE102FCC-1D04-45E2-9DA3-14362B867704}">
      <dgm:prSet/>
      <dgm:spPr/>
      <dgm:t>
        <a:bodyPr/>
        <a:lstStyle/>
        <a:p>
          <a:endParaRPr lang="fr-FR"/>
        </a:p>
      </dgm:t>
    </dgm:pt>
    <dgm:pt modelId="{8C7E54C8-22ED-4948-BBA4-3218D4DE8CAE}">
      <dgm:prSet phldrT="[Texte]" phldr="0" custT="1"/>
      <dgm:spPr/>
      <dgm:t>
        <a:bodyPr/>
        <a:lstStyle/>
        <a:p>
          <a:r>
            <a:rPr lang="fr-FR" sz="1300" dirty="0"/>
            <a:t>Visualisation de données</a:t>
          </a:r>
        </a:p>
      </dgm:t>
    </dgm:pt>
    <dgm:pt modelId="{85DD9C19-8910-4217-B90B-68F0A8F89F4F}" type="parTrans" cxnId="{EC2D34F3-0172-4078-A81A-45624DB003A6}">
      <dgm:prSet/>
      <dgm:spPr/>
      <dgm:t>
        <a:bodyPr/>
        <a:lstStyle/>
        <a:p>
          <a:endParaRPr lang="fr-FR"/>
        </a:p>
      </dgm:t>
    </dgm:pt>
    <dgm:pt modelId="{139C7928-0122-4E4A-98F8-D99AC75B7F0A}" type="sibTrans" cxnId="{EC2D34F3-0172-4078-A81A-45624DB003A6}">
      <dgm:prSet/>
      <dgm:spPr/>
      <dgm:t>
        <a:bodyPr/>
        <a:lstStyle/>
        <a:p>
          <a:endParaRPr lang="fr-FR"/>
        </a:p>
      </dgm:t>
    </dgm:pt>
    <dgm:pt modelId="{24482D26-6164-4E9F-9E35-5A2E8C80BA5D}" type="pres">
      <dgm:prSet presAssocID="{5AFFD17C-6211-4D79-ACF9-0A0DF5E8C87F}" presName="Name0" presStyleCnt="0">
        <dgm:presLayoutVars>
          <dgm:chMax val="1"/>
          <dgm:dir/>
          <dgm:animLvl val="ctr"/>
          <dgm:resizeHandles val="exact"/>
        </dgm:presLayoutVars>
      </dgm:prSet>
      <dgm:spPr/>
    </dgm:pt>
    <dgm:pt modelId="{84A611AC-78B5-4927-948B-43BD74DAE461}" type="pres">
      <dgm:prSet presAssocID="{FED1F870-7637-4D98-BEBA-021F9A1BF2DA}" presName="centerShape" presStyleLbl="node0" presStyleIdx="0" presStyleCnt="1"/>
      <dgm:spPr/>
    </dgm:pt>
    <dgm:pt modelId="{52CF8AC4-107A-422B-8F9E-BFDB36B53A02}" type="pres">
      <dgm:prSet presAssocID="{8624163E-955B-4AC3-BDC2-D1899A35B4E4}" presName="parTrans" presStyleLbl="sibTrans2D1" presStyleIdx="0" presStyleCnt="4"/>
      <dgm:spPr/>
    </dgm:pt>
    <dgm:pt modelId="{3F1C55B6-EBDD-49DD-BC76-717C1047383B}" type="pres">
      <dgm:prSet presAssocID="{8624163E-955B-4AC3-BDC2-D1899A35B4E4}" presName="connectorText" presStyleLbl="sibTrans2D1" presStyleIdx="0" presStyleCnt="4"/>
      <dgm:spPr/>
    </dgm:pt>
    <dgm:pt modelId="{A6E6CF8F-CA1E-4553-9590-9D133C13504C}" type="pres">
      <dgm:prSet presAssocID="{3038B1EC-ACA0-4CF1-A77E-2D61E7FE5E31}" presName="node" presStyleLbl="node1" presStyleIdx="0" presStyleCnt="4">
        <dgm:presLayoutVars>
          <dgm:bulletEnabled val="1"/>
        </dgm:presLayoutVars>
      </dgm:prSet>
      <dgm:spPr/>
    </dgm:pt>
    <dgm:pt modelId="{EB251543-ACE7-4E84-8DC1-016D73BE8449}" type="pres">
      <dgm:prSet presAssocID="{48B9C468-E889-4B4B-808C-F5002E51D232}" presName="parTrans" presStyleLbl="sibTrans2D1" presStyleIdx="1" presStyleCnt="4"/>
      <dgm:spPr/>
    </dgm:pt>
    <dgm:pt modelId="{FA9E8B27-46C9-4DAB-B047-AE6FE591FBD6}" type="pres">
      <dgm:prSet presAssocID="{48B9C468-E889-4B4B-808C-F5002E51D232}" presName="connectorText" presStyleLbl="sibTrans2D1" presStyleIdx="1" presStyleCnt="4"/>
      <dgm:spPr/>
    </dgm:pt>
    <dgm:pt modelId="{F1A3E130-329B-400B-83F4-6AEA12F45B74}" type="pres">
      <dgm:prSet presAssocID="{A7A00A4C-F170-49DB-A57A-5B0E935D2E62}" presName="node" presStyleLbl="node1" presStyleIdx="1" presStyleCnt="4">
        <dgm:presLayoutVars>
          <dgm:bulletEnabled val="1"/>
        </dgm:presLayoutVars>
      </dgm:prSet>
      <dgm:spPr/>
    </dgm:pt>
    <dgm:pt modelId="{19A15FBF-BC23-4411-948B-3B6D38FAA4F6}" type="pres">
      <dgm:prSet presAssocID="{0C541E88-FB92-4499-BC96-BFFA5BA88B85}" presName="parTrans" presStyleLbl="sibTrans2D1" presStyleIdx="2" presStyleCnt="4"/>
      <dgm:spPr/>
    </dgm:pt>
    <dgm:pt modelId="{F8BF049D-44BC-4910-BB9B-1E4F6F162541}" type="pres">
      <dgm:prSet presAssocID="{0C541E88-FB92-4499-BC96-BFFA5BA88B85}" presName="connectorText" presStyleLbl="sibTrans2D1" presStyleIdx="2" presStyleCnt="4"/>
      <dgm:spPr/>
    </dgm:pt>
    <dgm:pt modelId="{CC8A1332-B43E-4358-B2BF-139BC4EEAD6E}" type="pres">
      <dgm:prSet presAssocID="{5A35EFC4-4D6F-47C4-B28D-A24AD4C8A14C}" presName="node" presStyleLbl="node1" presStyleIdx="2" presStyleCnt="4">
        <dgm:presLayoutVars>
          <dgm:bulletEnabled val="1"/>
        </dgm:presLayoutVars>
      </dgm:prSet>
      <dgm:spPr/>
    </dgm:pt>
    <dgm:pt modelId="{51C7C162-E9A1-4DCF-9776-DEC5331272D6}" type="pres">
      <dgm:prSet presAssocID="{85DD9C19-8910-4217-B90B-68F0A8F89F4F}" presName="parTrans" presStyleLbl="sibTrans2D1" presStyleIdx="3" presStyleCnt="4"/>
      <dgm:spPr/>
    </dgm:pt>
    <dgm:pt modelId="{6DD58F4E-5685-4329-A405-4BA40157E72B}" type="pres">
      <dgm:prSet presAssocID="{85DD9C19-8910-4217-B90B-68F0A8F89F4F}" presName="connectorText" presStyleLbl="sibTrans2D1" presStyleIdx="3" presStyleCnt="4"/>
      <dgm:spPr/>
    </dgm:pt>
    <dgm:pt modelId="{84A5E4EA-14CF-4B59-BC59-DAF163B3EB8F}" type="pres">
      <dgm:prSet presAssocID="{8C7E54C8-22ED-4948-BBA4-3218D4DE8CAE}" presName="node" presStyleLbl="node1" presStyleIdx="3" presStyleCnt="4">
        <dgm:presLayoutVars>
          <dgm:bulletEnabled val="1"/>
        </dgm:presLayoutVars>
      </dgm:prSet>
      <dgm:spPr/>
    </dgm:pt>
  </dgm:ptLst>
  <dgm:cxnLst>
    <dgm:cxn modelId="{3FFE345E-0282-4AA5-8271-E009ED6CC1A7}" type="presOf" srcId="{8624163E-955B-4AC3-BDC2-D1899A35B4E4}" destId="{3F1C55B6-EBDD-49DD-BC76-717C1047383B}" srcOrd="1" destOrd="0" presId="urn:microsoft.com/office/officeart/2005/8/layout/radial5"/>
    <dgm:cxn modelId="{D20FD85E-A662-4A67-B76C-DFC221D0D02A}" type="presOf" srcId="{0C541E88-FB92-4499-BC96-BFFA5BA88B85}" destId="{F8BF049D-44BC-4910-BB9B-1E4F6F162541}" srcOrd="1" destOrd="0" presId="urn:microsoft.com/office/officeart/2005/8/layout/radial5"/>
    <dgm:cxn modelId="{4EB34941-FCBE-4AB6-AF6B-74ECEC44AAA1}" type="presOf" srcId="{85DD9C19-8910-4217-B90B-68F0A8F89F4F}" destId="{51C7C162-E9A1-4DCF-9776-DEC5331272D6}" srcOrd="0" destOrd="0" presId="urn:microsoft.com/office/officeart/2005/8/layout/radial5"/>
    <dgm:cxn modelId="{8F1A4670-BD59-4921-91F1-373116B408F2}" type="presOf" srcId="{48B9C468-E889-4B4B-808C-F5002E51D232}" destId="{FA9E8B27-46C9-4DAB-B047-AE6FE591FBD6}" srcOrd="1" destOrd="0" presId="urn:microsoft.com/office/officeart/2005/8/layout/radial5"/>
    <dgm:cxn modelId="{8995A756-3ED6-413C-873F-E4E662D87101}" type="presOf" srcId="{FED1F870-7637-4D98-BEBA-021F9A1BF2DA}" destId="{84A611AC-78B5-4927-948B-43BD74DAE461}" srcOrd="0" destOrd="0" presId="urn:microsoft.com/office/officeart/2005/8/layout/radial5"/>
    <dgm:cxn modelId="{884A5D58-BB64-4B4B-B102-C120FC9DC392}" type="presOf" srcId="{3038B1EC-ACA0-4CF1-A77E-2D61E7FE5E31}" destId="{A6E6CF8F-CA1E-4553-9590-9D133C13504C}" srcOrd="0" destOrd="0" presId="urn:microsoft.com/office/officeart/2005/8/layout/radial5"/>
    <dgm:cxn modelId="{FF4DAF79-DF17-4651-8820-9BD05AA33125}" type="presOf" srcId="{8624163E-955B-4AC3-BDC2-D1899A35B4E4}" destId="{52CF8AC4-107A-422B-8F9E-BFDB36B53A02}" srcOrd="0" destOrd="0" presId="urn:microsoft.com/office/officeart/2005/8/layout/radial5"/>
    <dgm:cxn modelId="{9F9A7C80-DCC8-4EC9-AEBC-7FB75DF1E72B}" type="presOf" srcId="{48B9C468-E889-4B4B-808C-F5002E51D232}" destId="{EB251543-ACE7-4E84-8DC1-016D73BE8449}" srcOrd="0" destOrd="0" presId="urn:microsoft.com/office/officeart/2005/8/layout/radial5"/>
    <dgm:cxn modelId="{1A19CDB4-075C-409E-86CD-18D02E0CBFF6}" type="presOf" srcId="{0C541E88-FB92-4499-BC96-BFFA5BA88B85}" destId="{19A15FBF-BC23-4411-948B-3B6D38FAA4F6}" srcOrd="0" destOrd="0" presId="urn:microsoft.com/office/officeart/2005/8/layout/radial5"/>
    <dgm:cxn modelId="{FE102FCC-1D04-45E2-9DA3-14362B867704}" srcId="{FED1F870-7637-4D98-BEBA-021F9A1BF2DA}" destId="{5A35EFC4-4D6F-47C4-B28D-A24AD4C8A14C}" srcOrd="2" destOrd="0" parTransId="{0C541E88-FB92-4499-BC96-BFFA5BA88B85}" sibTransId="{D618D1FF-35AB-4DBC-A899-40CA94857E77}"/>
    <dgm:cxn modelId="{6918CECC-ECAE-49B7-924A-568790553B0E}" type="presOf" srcId="{5A35EFC4-4D6F-47C4-B28D-A24AD4C8A14C}" destId="{CC8A1332-B43E-4358-B2BF-139BC4EEAD6E}" srcOrd="0" destOrd="0" presId="urn:microsoft.com/office/officeart/2005/8/layout/radial5"/>
    <dgm:cxn modelId="{F3968BCD-87FD-430A-8332-2B0C9C92B404}" type="presOf" srcId="{A7A00A4C-F170-49DB-A57A-5B0E935D2E62}" destId="{F1A3E130-329B-400B-83F4-6AEA12F45B74}" srcOrd="0" destOrd="0" presId="urn:microsoft.com/office/officeart/2005/8/layout/radial5"/>
    <dgm:cxn modelId="{759C0ED5-E247-45F2-AAF3-B244203B82B9}" type="presOf" srcId="{5AFFD17C-6211-4D79-ACF9-0A0DF5E8C87F}" destId="{24482D26-6164-4E9F-9E35-5A2E8C80BA5D}" srcOrd="0" destOrd="0" presId="urn:microsoft.com/office/officeart/2005/8/layout/radial5"/>
    <dgm:cxn modelId="{F77825DD-6001-4A34-9405-2D5AC2DE9FE9}" type="presOf" srcId="{8C7E54C8-22ED-4948-BBA4-3218D4DE8CAE}" destId="{84A5E4EA-14CF-4B59-BC59-DAF163B3EB8F}" srcOrd="0" destOrd="0" presId="urn:microsoft.com/office/officeart/2005/8/layout/radial5"/>
    <dgm:cxn modelId="{15C4A1F0-2E3C-4EF9-A669-3166D8C34A51}" srcId="{FED1F870-7637-4D98-BEBA-021F9A1BF2DA}" destId="{3038B1EC-ACA0-4CF1-A77E-2D61E7FE5E31}" srcOrd="0" destOrd="0" parTransId="{8624163E-955B-4AC3-BDC2-D1899A35B4E4}" sibTransId="{F441567E-FDB5-4864-978B-BED30D823E63}"/>
    <dgm:cxn modelId="{EC2D34F3-0172-4078-A81A-45624DB003A6}" srcId="{FED1F870-7637-4D98-BEBA-021F9A1BF2DA}" destId="{8C7E54C8-22ED-4948-BBA4-3218D4DE8CAE}" srcOrd="3" destOrd="0" parTransId="{85DD9C19-8910-4217-B90B-68F0A8F89F4F}" sibTransId="{139C7928-0122-4E4A-98F8-D99AC75B7F0A}"/>
    <dgm:cxn modelId="{8510C8F5-94D2-4E27-AC22-F6DBF55C341E}" srcId="{5AFFD17C-6211-4D79-ACF9-0A0DF5E8C87F}" destId="{FED1F870-7637-4D98-BEBA-021F9A1BF2DA}" srcOrd="0" destOrd="0" parTransId="{1C155288-6175-4063-856A-729C70EBB02A}" sibTransId="{E9BFC2B6-FDDE-48E2-870D-E02FD2E2750F}"/>
    <dgm:cxn modelId="{C2467AF9-D24D-4B58-8A39-D6FC71E81985}" srcId="{FED1F870-7637-4D98-BEBA-021F9A1BF2DA}" destId="{A7A00A4C-F170-49DB-A57A-5B0E935D2E62}" srcOrd="1" destOrd="0" parTransId="{48B9C468-E889-4B4B-808C-F5002E51D232}" sibTransId="{57B5C448-C496-4946-9CC0-4132B2BFF19D}"/>
    <dgm:cxn modelId="{BDEBEFFE-E4D3-4900-9C9F-91321FDA0AC5}" type="presOf" srcId="{85DD9C19-8910-4217-B90B-68F0A8F89F4F}" destId="{6DD58F4E-5685-4329-A405-4BA40157E72B}" srcOrd="1" destOrd="0" presId="urn:microsoft.com/office/officeart/2005/8/layout/radial5"/>
    <dgm:cxn modelId="{C4428499-464B-4317-A558-E7B3461C8AE0}" type="presParOf" srcId="{24482D26-6164-4E9F-9E35-5A2E8C80BA5D}" destId="{84A611AC-78B5-4927-948B-43BD74DAE461}" srcOrd="0" destOrd="0" presId="urn:microsoft.com/office/officeart/2005/8/layout/radial5"/>
    <dgm:cxn modelId="{A9FB4351-DE5F-4C7B-A39B-50AFE3BAAE34}" type="presParOf" srcId="{24482D26-6164-4E9F-9E35-5A2E8C80BA5D}" destId="{52CF8AC4-107A-422B-8F9E-BFDB36B53A02}" srcOrd="1" destOrd="0" presId="urn:microsoft.com/office/officeart/2005/8/layout/radial5"/>
    <dgm:cxn modelId="{D9D6C1EE-FA71-4818-B0A0-D1DBC90FA9BB}" type="presParOf" srcId="{52CF8AC4-107A-422B-8F9E-BFDB36B53A02}" destId="{3F1C55B6-EBDD-49DD-BC76-717C1047383B}" srcOrd="0" destOrd="0" presId="urn:microsoft.com/office/officeart/2005/8/layout/radial5"/>
    <dgm:cxn modelId="{8F11899D-838F-43F3-895E-BB90EDF44457}" type="presParOf" srcId="{24482D26-6164-4E9F-9E35-5A2E8C80BA5D}" destId="{A6E6CF8F-CA1E-4553-9590-9D133C13504C}" srcOrd="2" destOrd="0" presId="urn:microsoft.com/office/officeart/2005/8/layout/radial5"/>
    <dgm:cxn modelId="{F88924C1-D52B-4CCB-ACC6-7AC613117603}" type="presParOf" srcId="{24482D26-6164-4E9F-9E35-5A2E8C80BA5D}" destId="{EB251543-ACE7-4E84-8DC1-016D73BE8449}" srcOrd="3" destOrd="0" presId="urn:microsoft.com/office/officeart/2005/8/layout/radial5"/>
    <dgm:cxn modelId="{10359F69-1A99-4CA1-BB2E-F0EE714536F4}" type="presParOf" srcId="{EB251543-ACE7-4E84-8DC1-016D73BE8449}" destId="{FA9E8B27-46C9-4DAB-B047-AE6FE591FBD6}" srcOrd="0" destOrd="0" presId="urn:microsoft.com/office/officeart/2005/8/layout/radial5"/>
    <dgm:cxn modelId="{E19933B2-BC97-492C-9DEA-BE2F1788B7EE}" type="presParOf" srcId="{24482D26-6164-4E9F-9E35-5A2E8C80BA5D}" destId="{F1A3E130-329B-400B-83F4-6AEA12F45B74}" srcOrd="4" destOrd="0" presId="urn:microsoft.com/office/officeart/2005/8/layout/radial5"/>
    <dgm:cxn modelId="{89BFF883-91BF-4D79-917E-50D6DB768028}" type="presParOf" srcId="{24482D26-6164-4E9F-9E35-5A2E8C80BA5D}" destId="{19A15FBF-BC23-4411-948B-3B6D38FAA4F6}" srcOrd="5" destOrd="0" presId="urn:microsoft.com/office/officeart/2005/8/layout/radial5"/>
    <dgm:cxn modelId="{FB1D9531-F9A9-4499-BBF8-4683763507C4}" type="presParOf" srcId="{19A15FBF-BC23-4411-948B-3B6D38FAA4F6}" destId="{F8BF049D-44BC-4910-BB9B-1E4F6F162541}" srcOrd="0" destOrd="0" presId="urn:microsoft.com/office/officeart/2005/8/layout/radial5"/>
    <dgm:cxn modelId="{A7563ABE-EA5A-4A3D-846D-861FDC02CB20}" type="presParOf" srcId="{24482D26-6164-4E9F-9E35-5A2E8C80BA5D}" destId="{CC8A1332-B43E-4358-B2BF-139BC4EEAD6E}" srcOrd="6" destOrd="0" presId="urn:microsoft.com/office/officeart/2005/8/layout/radial5"/>
    <dgm:cxn modelId="{52B5C47D-7192-418E-90C2-8A7B809276E8}" type="presParOf" srcId="{24482D26-6164-4E9F-9E35-5A2E8C80BA5D}" destId="{51C7C162-E9A1-4DCF-9776-DEC5331272D6}" srcOrd="7" destOrd="0" presId="urn:microsoft.com/office/officeart/2005/8/layout/radial5"/>
    <dgm:cxn modelId="{462083E1-E49C-497E-A6A2-14557EC7866F}" type="presParOf" srcId="{51C7C162-E9A1-4DCF-9776-DEC5331272D6}" destId="{6DD58F4E-5685-4329-A405-4BA40157E72B}" srcOrd="0" destOrd="0" presId="urn:microsoft.com/office/officeart/2005/8/layout/radial5"/>
    <dgm:cxn modelId="{FF0D89C3-8084-459A-96DD-8242D303DFCC}" type="presParOf" srcId="{24482D26-6164-4E9F-9E35-5A2E8C80BA5D}" destId="{84A5E4EA-14CF-4B59-BC59-DAF163B3EB8F}" srcOrd="8"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FD81A5-D81F-48D1-8581-7AA598D4AB96}">
      <dsp:nvSpPr>
        <dsp:cNvPr id="0" name=""/>
        <dsp:cNvSpPr/>
      </dsp:nvSpPr>
      <dsp:spPr>
        <a:xfrm>
          <a:off x="914552" y="271430"/>
          <a:ext cx="3342132" cy="1160678"/>
        </a:xfrm>
        <a:prstGeom prst="ellipse">
          <a:avLst/>
        </a:prstGeom>
        <a:solidFill>
          <a:schemeClr val="accent2">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37FDE1-F096-4C1A-99EA-4E5A9C9958C2}">
      <dsp:nvSpPr>
        <dsp:cNvPr id="0" name=""/>
        <dsp:cNvSpPr/>
      </dsp:nvSpPr>
      <dsp:spPr>
        <a:xfrm>
          <a:off x="2266950" y="3113538"/>
          <a:ext cx="647700" cy="414528"/>
        </a:xfrm>
        <a:prstGeom prst="downArrow">
          <a:avLst/>
        </a:prstGeom>
        <a:solidFill>
          <a:schemeClr val="accent3">
            <a:tint val="4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4BFE768-45CA-4836-A355-83BB2AD0938F}">
      <dsp:nvSpPr>
        <dsp:cNvPr id="0" name=""/>
        <dsp:cNvSpPr/>
      </dsp:nvSpPr>
      <dsp:spPr>
        <a:xfrm>
          <a:off x="1036320" y="3445161"/>
          <a:ext cx="3108960" cy="777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fr-FR" sz="2200" kern="1200" dirty="0"/>
            <a:t>Que doit-on appliquer ?</a:t>
          </a:r>
        </a:p>
      </dsp:txBody>
      <dsp:txXfrm>
        <a:off x="1036320" y="3445161"/>
        <a:ext cx="3108960" cy="777240"/>
      </dsp:txXfrm>
    </dsp:sp>
    <dsp:sp modelId="{2FCA6490-7B93-4F71-ADAF-3DFBA1870A1F}">
      <dsp:nvSpPr>
        <dsp:cNvPr id="0" name=""/>
        <dsp:cNvSpPr/>
      </dsp:nvSpPr>
      <dsp:spPr>
        <a:xfrm>
          <a:off x="2129637" y="1521751"/>
          <a:ext cx="1165860" cy="1165860"/>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fr-FR" sz="1300" kern="1200" dirty="0"/>
            <a:t>Référentiels nationaux (ANSSI, CNIL)</a:t>
          </a:r>
        </a:p>
      </dsp:txBody>
      <dsp:txXfrm>
        <a:off x="2300373" y="1692487"/>
        <a:ext cx="824388" cy="824388"/>
      </dsp:txXfrm>
    </dsp:sp>
    <dsp:sp modelId="{0D90D5D7-3461-44F4-A5F7-A948104F568E}">
      <dsp:nvSpPr>
        <dsp:cNvPr id="0" name=""/>
        <dsp:cNvSpPr/>
      </dsp:nvSpPr>
      <dsp:spPr>
        <a:xfrm>
          <a:off x="1295400" y="647096"/>
          <a:ext cx="1165860" cy="1165860"/>
        </a:xfrm>
        <a:prstGeom prst="ellipse">
          <a:avLst/>
        </a:prstGeom>
        <a:solidFill>
          <a:schemeClr val="accent3">
            <a:hueOff val="337438"/>
            <a:satOff val="17272"/>
            <a:lumOff val="725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fr-FR" sz="1300" kern="1200" dirty="0"/>
            <a:t>Normes ISO</a:t>
          </a:r>
        </a:p>
      </dsp:txBody>
      <dsp:txXfrm>
        <a:off x="1466136" y="817832"/>
        <a:ext cx="824388" cy="824388"/>
      </dsp:txXfrm>
    </dsp:sp>
    <dsp:sp modelId="{2179A417-CC61-4BCD-A6E3-4335B28CB833}">
      <dsp:nvSpPr>
        <dsp:cNvPr id="0" name=""/>
        <dsp:cNvSpPr/>
      </dsp:nvSpPr>
      <dsp:spPr>
        <a:xfrm>
          <a:off x="2487168" y="365217"/>
          <a:ext cx="1165860" cy="1165860"/>
        </a:xfrm>
        <a:prstGeom prst="ellipse">
          <a:avLst/>
        </a:prstGeom>
        <a:solidFill>
          <a:schemeClr val="accent3">
            <a:hueOff val="674876"/>
            <a:satOff val="34544"/>
            <a:lumOff val="1451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fr-FR" sz="1300" kern="1200" dirty="0"/>
            <a:t>Règlement IA</a:t>
          </a:r>
        </a:p>
      </dsp:txBody>
      <dsp:txXfrm>
        <a:off x="2657904" y="535953"/>
        <a:ext cx="824388" cy="824388"/>
      </dsp:txXfrm>
    </dsp:sp>
    <dsp:sp modelId="{7631770F-F379-414B-83CE-D24AE710773E}">
      <dsp:nvSpPr>
        <dsp:cNvPr id="0" name=""/>
        <dsp:cNvSpPr/>
      </dsp:nvSpPr>
      <dsp:spPr>
        <a:xfrm>
          <a:off x="777239" y="128936"/>
          <a:ext cx="3627120" cy="2901696"/>
        </a:xfrm>
        <a:prstGeom prst="funnel">
          <a:avLst/>
        </a:prstGeom>
        <a:solidFill>
          <a:schemeClr val="lt1">
            <a:alpha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4A0AA6-F47A-4146-9512-18264739A5F1}">
      <dsp:nvSpPr>
        <dsp:cNvPr id="0" name=""/>
        <dsp:cNvSpPr/>
      </dsp:nvSpPr>
      <dsp:spPr>
        <a:xfrm>
          <a:off x="125300" y="1285911"/>
          <a:ext cx="1861529" cy="613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fr-FR" sz="2300" kern="1200" dirty="0"/>
        </a:p>
      </dsp:txBody>
      <dsp:txXfrm>
        <a:off x="125300" y="1285911"/>
        <a:ext cx="1861529" cy="613458"/>
      </dsp:txXfrm>
    </dsp:sp>
    <dsp:sp modelId="{5BDD929A-9E8F-4632-8B12-8FFC8D90DBDE}">
      <dsp:nvSpPr>
        <dsp:cNvPr id="0" name=""/>
        <dsp:cNvSpPr/>
      </dsp:nvSpPr>
      <dsp:spPr>
        <a:xfrm>
          <a:off x="125300" y="2579485"/>
          <a:ext cx="1861529" cy="11493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fr-FR" sz="2500" kern="1200" dirty="0"/>
            <a:t>Des références multiples</a:t>
          </a:r>
        </a:p>
      </dsp:txBody>
      <dsp:txXfrm>
        <a:off x="125300" y="2579485"/>
        <a:ext cx="1861529" cy="1149322"/>
      </dsp:txXfrm>
    </dsp:sp>
    <dsp:sp modelId="{AA376F0C-8107-4F00-8891-3FDF2F96968D}">
      <dsp:nvSpPr>
        <dsp:cNvPr id="0" name=""/>
        <dsp:cNvSpPr/>
      </dsp:nvSpPr>
      <dsp:spPr>
        <a:xfrm>
          <a:off x="123184" y="1099335"/>
          <a:ext cx="148076" cy="14807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618F65-D060-4608-8406-54029F7F6EE8}">
      <dsp:nvSpPr>
        <dsp:cNvPr id="0" name=""/>
        <dsp:cNvSpPr/>
      </dsp:nvSpPr>
      <dsp:spPr>
        <a:xfrm>
          <a:off x="226838" y="892029"/>
          <a:ext cx="148076" cy="14807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46725B-9910-49EC-8A1B-3B6F65B9B59B}">
      <dsp:nvSpPr>
        <dsp:cNvPr id="0" name=""/>
        <dsp:cNvSpPr/>
      </dsp:nvSpPr>
      <dsp:spPr>
        <a:xfrm>
          <a:off x="475606" y="933490"/>
          <a:ext cx="232691" cy="232691"/>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A333F3-E25D-47B5-AB29-DE1DE9B97014}">
      <dsp:nvSpPr>
        <dsp:cNvPr id="0" name=""/>
        <dsp:cNvSpPr/>
      </dsp:nvSpPr>
      <dsp:spPr>
        <a:xfrm>
          <a:off x="682912" y="705452"/>
          <a:ext cx="148076" cy="14807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CE572C-2875-4979-B6C9-F3354AFEC6E8}">
      <dsp:nvSpPr>
        <dsp:cNvPr id="0" name=""/>
        <dsp:cNvSpPr/>
      </dsp:nvSpPr>
      <dsp:spPr>
        <a:xfrm>
          <a:off x="952411" y="622530"/>
          <a:ext cx="148076" cy="14807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62AFCE-E25C-4A50-9EE6-1875AEA07284}">
      <dsp:nvSpPr>
        <dsp:cNvPr id="0" name=""/>
        <dsp:cNvSpPr/>
      </dsp:nvSpPr>
      <dsp:spPr>
        <a:xfrm>
          <a:off x="1284102" y="767645"/>
          <a:ext cx="148076" cy="14807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410FBE-B0A9-4ED8-AABE-E828888C4C7F}">
      <dsp:nvSpPr>
        <dsp:cNvPr id="0" name=""/>
        <dsp:cNvSpPr/>
      </dsp:nvSpPr>
      <dsp:spPr>
        <a:xfrm>
          <a:off x="1491409" y="871298"/>
          <a:ext cx="232691" cy="232691"/>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C32F7C-E19A-4BD0-AFE7-7C369ABA3883}">
      <dsp:nvSpPr>
        <dsp:cNvPr id="0" name=""/>
        <dsp:cNvSpPr/>
      </dsp:nvSpPr>
      <dsp:spPr>
        <a:xfrm>
          <a:off x="1781638" y="1099335"/>
          <a:ext cx="148076" cy="14807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00DF15-CBC3-473C-8C7F-0EDABF27635C}">
      <dsp:nvSpPr>
        <dsp:cNvPr id="0" name=""/>
        <dsp:cNvSpPr/>
      </dsp:nvSpPr>
      <dsp:spPr>
        <a:xfrm>
          <a:off x="1906022" y="1327373"/>
          <a:ext cx="148076" cy="14807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E8F148-A92F-4DE4-B2BD-E54C5C37FC49}">
      <dsp:nvSpPr>
        <dsp:cNvPr id="0" name=""/>
        <dsp:cNvSpPr/>
      </dsp:nvSpPr>
      <dsp:spPr>
        <a:xfrm>
          <a:off x="828027" y="892029"/>
          <a:ext cx="380767" cy="38076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9BA216-43E4-4DF1-B608-787C98314522}">
      <dsp:nvSpPr>
        <dsp:cNvPr id="0" name=""/>
        <dsp:cNvSpPr/>
      </dsp:nvSpPr>
      <dsp:spPr>
        <a:xfrm>
          <a:off x="19531" y="1679794"/>
          <a:ext cx="148076" cy="14807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F6D9E9-F360-420B-B835-4C30E0CB20FE}">
      <dsp:nvSpPr>
        <dsp:cNvPr id="0" name=""/>
        <dsp:cNvSpPr/>
      </dsp:nvSpPr>
      <dsp:spPr>
        <a:xfrm>
          <a:off x="143915" y="1866370"/>
          <a:ext cx="232691" cy="232691"/>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A92698-6733-4A4A-BC68-A8E96B2C072F}">
      <dsp:nvSpPr>
        <dsp:cNvPr id="0" name=""/>
        <dsp:cNvSpPr/>
      </dsp:nvSpPr>
      <dsp:spPr>
        <a:xfrm>
          <a:off x="454875" y="2032216"/>
          <a:ext cx="338459" cy="33845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F5F0EA-CC7A-4C37-A69B-11B2CB874B33}">
      <dsp:nvSpPr>
        <dsp:cNvPr id="0" name=""/>
        <dsp:cNvSpPr/>
      </dsp:nvSpPr>
      <dsp:spPr>
        <a:xfrm>
          <a:off x="890219" y="2301714"/>
          <a:ext cx="148076" cy="14807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1E8BE5-698E-4BC7-9880-0EF83DC7A6A2}">
      <dsp:nvSpPr>
        <dsp:cNvPr id="0" name=""/>
        <dsp:cNvSpPr/>
      </dsp:nvSpPr>
      <dsp:spPr>
        <a:xfrm>
          <a:off x="973142" y="2032216"/>
          <a:ext cx="232691" cy="232691"/>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A9539D-7529-4F95-8E7E-5141EBBC8364}">
      <dsp:nvSpPr>
        <dsp:cNvPr id="0" name=""/>
        <dsp:cNvSpPr/>
      </dsp:nvSpPr>
      <dsp:spPr>
        <a:xfrm>
          <a:off x="1180449" y="2322445"/>
          <a:ext cx="148076" cy="14807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5F4FB0-D4DE-47BF-B96F-076120EE7D31}">
      <dsp:nvSpPr>
        <dsp:cNvPr id="0" name=""/>
        <dsp:cNvSpPr/>
      </dsp:nvSpPr>
      <dsp:spPr>
        <a:xfrm>
          <a:off x="1367025" y="1990754"/>
          <a:ext cx="338459" cy="33845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DD2DEE-9926-4B11-B4CD-D21F0FEE7313}">
      <dsp:nvSpPr>
        <dsp:cNvPr id="0" name=""/>
        <dsp:cNvSpPr/>
      </dsp:nvSpPr>
      <dsp:spPr>
        <a:xfrm>
          <a:off x="1823099" y="1907832"/>
          <a:ext cx="232691" cy="232691"/>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E75E43-3DEB-457E-BC5A-6CC3112C9B2A}">
      <dsp:nvSpPr>
        <dsp:cNvPr id="0" name=""/>
        <dsp:cNvSpPr/>
      </dsp:nvSpPr>
      <dsp:spPr>
        <a:xfrm>
          <a:off x="2055791" y="933145"/>
          <a:ext cx="683381" cy="1304648"/>
        </a:xfrm>
        <a:prstGeom prst="chevron">
          <a:avLst>
            <a:gd name="adj" fmla="val 6231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E90966E-7814-49A8-B5C2-121A9C3138FB}">
      <dsp:nvSpPr>
        <dsp:cNvPr id="0" name=""/>
        <dsp:cNvSpPr/>
      </dsp:nvSpPr>
      <dsp:spPr>
        <a:xfrm>
          <a:off x="2614921" y="933145"/>
          <a:ext cx="683381" cy="1304648"/>
        </a:xfrm>
        <a:prstGeom prst="chevron">
          <a:avLst>
            <a:gd name="adj" fmla="val 6231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A661337-EDAE-4066-B192-D8B26C5946A4}">
      <dsp:nvSpPr>
        <dsp:cNvPr id="0" name=""/>
        <dsp:cNvSpPr/>
      </dsp:nvSpPr>
      <dsp:spPr>
        <a:xfrm>
          <a:off x="3438084" y="840590"/>
          <a:ext cx="1584201" cy="1584201"/>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r>
            <a:rPr lang="fr-FR" sz="2300" kern="1200" dirty="0"/>
            <a:t>Méthode</a:t>
          </a:r>
        </a:p>
      </dsp:txBody>
      <dsp:txXfrm>
        <a:off x="3670085" y="1072591"/>
        <a:ext cx="1120199" cy="1120199"/>
      </dsp:txXfrm>
    </dsp:sp>
    <dsp:sp modelId="{1CA7F112-63A6-48B8-B8FA-640D0F0F371A}">
      <dsp:nvSpPr>
        <dsp:cNvPr id="0" name=""/>
        <dsp:cNvSpPr/>
      </dsp:nvSpPr>
      <dsp:spPr>
        <a:xfrm>
          <a:off x="3298302" y="2579485"/>
          <a:ext cx="1863766" cy="11493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fr-FR" sz="2500" kern="1200" dirty="0"/>
            <a:t>Une approche globale</a:t>
          </a:r>
        </a:p>
      </dsp:txBody>
      <dsp:txXfrm>
        <a:off x="3298302" y="2579485"/>
        <a:ext cx="1863766" cy="114932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5B896B-867C-4B58-B92B-AD73A39D6D4E}">
      <dsp:nvSpPr>
        <dsp:cNvPr id="0" name=""/>
        <dsp:cNvSpPr/>
      </dsp:nvSpPr>
      <dsp:spPr>
        <a:xfrm>
          <a:off x="1776729" y="0"/>
          <a:ext cx="6962140" cy="4351338"/>
        </a:xfrm>
        <a:prstGeom prst="swooshArrow">
          <a:avLst>
            <a:gd name="adj1" fmla="val 25000"/>
            <a:gd name="adj2" fmla="val 25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35ACCC7D-4407-4AF5-9CA7-AE471BF6E5BE}">
      <dsp:nvSpPr>
        <dsp:cNvPr id="0" name=""/>
        <dsp:cNvSpPr/>
      </dsp:nvSpPr>
      <dsp:spPr>
        <a:xfrm>
          <a:off x="2462500" y="3235654"/>
          <a:ext cx="160129" cy="160129"/>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2870565E-8605-476F-8978-1EAFD4F82534}">
      <dsp:nvSpPr>
        <dsp:cNvPr id="0" name=""/>
        <dsp:cNvSpPr/>
      </dsp:nvSpPr>
      <dsp:spPr>
        <a:xfrm>
          <a:off x="2664486" y="3203955"/>
          <a:ext cx="1190526" cy="1035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849" tIns="0" rIns="0" bIns="0" numCol="1" spcCol="1270" anchor="t" anchorCtr="0">
          <a:noAutofit/>
        </a:bodyPr>
        <a:lstStyle/>
        <a:p>
          <a:pPr marL="0" lvl="0" indent="0" algn="l" defTabSz="622300">
            <a:lnSpc>
              <a:spcPct val="90000"/>
            </a:lnSpc>
            <a:spcBef>
              <a:spcPct val="0"/>
            </a:spcBef>
            <a:spcAft>
              <a:spcPct val="35000"/>
            </a:spcAft>
            <a:buNone/>
          </a:pPr>
          <a:r>
            <a:rPr lang="fr-FR" sz="1400" b="1" kern="1200" dirty="0">
              <a:latin typeface="Calibri Light" panose="020F0302020204030204" pitchFamily="34" charset="0"/>
              <a:cs typeface="Calibri Light" panose="020F0302020204030204" pitchFamily="34" charset="0"/>
            </a:rPr>
            <a:t>1. Minimal</a:t>
          </a:r>
        </a:p>
        <a:p>
          <a:pPr marL="57150" lvl="1" indent="-57150" algn="l" defTabSz="488950">
            <a:lnSpc>
              <a:spcPct val="90000"/>
            </a:lnSpc>
            <a:spcBef>
              <a:spcPct val="0"/>
            </a:spcBef>
            <a:spcAft>
              <a:spcPct val="15000"/>
            </a:spcAft>
            <a:buChar char="•"/>
          </a:pPr>
          <a:r>
            <a:rPr lang="fr-FR" sz="1100" kern="1200" dirty="0">
              <a:latin typeface="Calibri Light" panose="020F0302020204030204" pitchFamily="34" charset="0"/>
              <a:cs typeface="Calibri Light" panose="020F0302020204030204" pitchFamily="34" charset="0"/>
            </a:rPr>
            <a:t>Objectif : gagner du temps</a:t>
          </a:r>
        </a:p>
        <a:p>
          <a:pPr marL="57150" lvl="1" indent="-57150" algn="l" defTabSz="488950">
            <a:lnSpc>
              <a:spcPct val="90000"/>
            </a:lnSpc>
            <a:spcBef>
              <a:spcPct val="0"/>
            </a:spcBef>
            <a:spcAft>
              <a:spcPct val="15000"/>
            </a:spcAft>
            <a:buChar char="•"/>
          </a:pPr>
          <a:r>
            <a:rPr lang="fr-FR" sz="1100" kern="1200" dirty="0">
              <a:latin typeface="Calibri Light" panose="020F0302020204030204" pitchFamily="34" charset="0"/>
              <a:cs typeface="Calibri Light" panose="020F0302020204030204" pitchFamily="34" charset="0"/>
            </a:rPr>
            <a:t>Pas d’action particulière</a:t>
          </a:r>
        </a:p>
      </dsp:txBody>
      <dsp:txXfrm>
        <a:off x="2664486" y="3203955"/>
        <a:ext cx="1190526" cy="1035618"/>
      </dsp:txXfrm>
    </dsp:sp>
    <dsp:sp modelId="{2322C765-BB4D-46AA-91E5-8CA321C5531E}">
      <dsp:nvSpPr>
        <dsp:cNvPr id="0" name=""/>
        <dsp:cNvSpPr/>
      </dsp:nvSpPr>
      <dsp:spPr>
        <a:xfrm>
          <a:off x="3593848" y="2223533"/>
          <a:ext cx="278485" cy="278485"/>
        </a:xfrm>
        <a:prstGeom prst="ellipse">
          <a:avLst/>
        </a:prstGeom>
        <a:gradFill rotWithShape="0">
          <a:gsLst>
            <a:gs pos="0">
              <a:schemeClr val="accent3">
                <a:hueOff val="224959"/>
                <a:satOff val="11515"/>
                <a:lumOff val="4837"/>
                <a:alphaOff val="0"/>
                <a:satMod val="103000"/>
                <a:lumMod val="102000"/>
                <a:tint val="94000"/>
              </a:schemeClr>
            </a:gs>
            <a:gs pos="50000">
              <a:schemeClr val="accent3">
                <a:hueOff val="224959"/>
                <a:satOff val="11515"/>
                <a:lumOff val="4837"/>
                <a:alphaOff val="0"/>
                <a:satMod val="110000"/>
                <a:lumMod val="100000"/>
                <a:shade val="100000"/>
              </a:schemeClr>
            </a:gs>
            <a:gs pos="100000">
              <a:schemeClr val="accent3">
                <a:hueOff val="224959"/>
                <a:satOff val="11515"/>
                <a:lumOff val="483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D28A0FEC-D184-45C5-9321-01C778F25B3B}">
      <dsp:nvSpPr>
        <dsp:cNvPr id="0" name=""/>
        <dsp:cNvSpPr/>
      </dsp:nvSpPr>
      <dsp:spPr>
        <a:xfrm>
          <a:off x="3892381" y="2190050"/>
          <a:ext cx="1462049" cy="1988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564" tIns="0" rIns="0" bIns="0" numCol="1" spcCol="1270" anchor="t" anchorCtr="0">
          <a:noAutofit/>
        </a:bodyPr>
        <a:lstStyle/>
        <a:p>
          <a:pPr marL="0" lvl="0" indent="0" algn="l" defTabSz="622300">
            <a:lnSpc>
              <a:spcPct val="90000"/>
            </a:lnSpc>
            <a:spcBef>
              <a:spcPct val="0"/>
            </a:spcBef>
            <a:spcAft>
              <a:spcPct val="35000"/>
            </a:spcAft>
            <a:buNone/>
          </a:pPr>
          <a:r>
            <a:rPr lang="fr-FR" sz="1400" b="1" kern="1200" dirty="0">
              <a:latin typeface="Calibri Light" panose="020F0302020204030204" pitchFamily="34" charset="0"/>
              <a:cs typeface="Calibri Light" panose="020F0302020204030204" pitchFamily="34" charset="0"/>
            </a:rPr>
            <a:t>2. Faible</a:t>
          </a:r>
        </a:p>
        <a:p>
          <a:pPr marL="57150" lvl="1" indent="-57150" algn="l" defTabSz="488950">
            <a:lnSpc>
              <a:spcPct val="90000"/>
            </a:lnSpc>
            <a:spcBef>
              <a:spcPct val="0"/>
            </a:spcBef>
            <a:spcAft>
              <a:spcPct val="15000"/>
            </a:spcAft>
            <a:buChar char="•"/>
          </a:pPr>
          <a:r>
            <a:rPr lang="fr-FR" sz="1100" kern="1200" dirty="0">
              <a:latin typeface="Calibri Light" panose="020F0302020204030204" pitchFamily="34" charset="0"/>
              <a:cs typeface="Calibri Light" panose="020F0302020204030204" pitchFamily="34" charset="0"/>
            </a:rPr>
            <a:t>Objectif : gérer les risques courants</a:t>
          </a:r>
        </a:p>
        <a:p>
          <a:pPr marL="57150" lvl="1" indent="-57150" algn="l" defTabSz="488950">
            <a:lnSpc>
              <a:spcPct val="90000"/>
            </a:lnSpc>
            <a:spcBef>
              <a:spcPct val="0"/>
            </a:spcBef>
            <a:spcAft>
              <a:spcPct val="15000"/>
            </a:spcAft>
            <a:buChar char="•"/>
          </a:pPr>
          <a:r>
            <a:rPr lang="fr-FR" sz="1100" kern="1200" dirty="0">
              <a:latin typeface="Calibri Light" panose="020F0302020204030204" pitchFamily="34" charset="0"/>
              <a:cs typeface="Calibri Light" panose="020F0302020204030204" pitchFamily="34" charset="0"/>
            </a:rPr>
            <a:t>Approche par conformité (comparaison aux bonnes pratiques) conseillée</a:t>
          </a:r>
        </a:p>
      </dsp:txBody>
      <dsp:txXfrm>
        <a:off x="3892381" y="2190050"/>
        <a:ext cx="1462049" cy="1988561"/>
      </dsp:txXfrm>
    </dsp:sp>
    <dsp:sp modelId="{3EF14564-2C30-4D53-AEFB-D5CA7C1116E7}">
      <dsp:nvSpPr>
        <dsp:cNvPr id="0" name=""/>
        <dsp:cNvSpPr/>
      </dsp:nvSpPr>
      <dsp:spPr>
        <a:xfrm>
          <a:off x="5038492" y="1477714"/>
          <a:ext cx="368993" cy="368993"/>
        </a:xfrm>
        <a:prstGeom prst="ellipse">
          <a:avLst/>
        </a:prstGeom>
        <a:gradFill rotWithShape="0">
          <a:gsLst>
            <a:gs pos="0">
              <a:schemeClr val="accent3">
                <a:hueOff val="449917"/>
                <a:satOff val="23029"/>
                <a:lumOff val="9673"/>
                <a:alphaOff val="0"/>
                <a:satMod val="103000"/>
                <a:lumMod val="102000"/>
                <a:tint val="94000"/>
              </a:schemeClr>
            </a:gs>
            <a:gs pos="50000">
              <a:schemeClr val="accent3">
                <a:hueOff val="449917"/>
                <a:satOff val="23029"/>
                <a:lumOff val="9673"/>
                <a:alphaOff val="0"/>
                <a:satMod val="110000"/>
                <a:lumMod val="100000"/>
                <a:shade val="100000"/>
              </a:schemeClr>
            </a:gs>
            <a:gs pos="100000">
              <a:schemeClr val="accent3">
                <a:hueOff val="449917"/>
                <a:satOff val="23029"/>
                <a:lumOff val="967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EB549E8C-9D52-4B0C-993C-D0FF82A014B3}">
      <dsp:nvSpPr>
        <dsp:cNvPr id="0" name=""/>
        <dsp:cNvSpPr/>
      </dsp:nvSpPr>
      <dsp:spPr>
        <a:xfrm>
          <a:off x="5298445" y="1603373"/>
          <a:ext cx="1462049" cy="2689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5522" tIns="0" rIns="0" bIns="0" numCol="1" spcCol="1270" anchor="t" anchorCtr="0">
          <a:noAutofit/>
        </a:bodyPr>
        <a:lstStyle/>
        <a:p>
          <a:pPr marL="0" lvl="0" indent="0" algn="l" defTabSz="622300">
            <a:lnSpc>
              <a:spcPct val="90000"/>
            </a:lnSpc>
            <a:spcBef>
              <a:spcPct val="0"/>
            </a:spcBef>
            <a:spcAft>
              <a:spcPct val="35000"/>
            </a:spcAft>
            <a:buNone/>
          </a:pPr>
          <a:r>
            <a:rPr lang="fr-FR" sz="1400" b="1" kern="1200" dirty="0">
              <a:latin typeface="Calibri Light" panose="020F0302020204030204" pitchFamily="34" charset="0"/>
              <a:cs typeface="Calibri Light" panose="020F0302020204030204" pitchFamily="34" charset="0"/>
            </a:rPr>
            <a:t>3. Élevé</a:t>
          </a:r>
        </a:p>
        <a:p>
          <a:pPr marL="57150" lvl="1" indent="-57150" algn="l" defTabSz="488950">
            <a:lnSpc>
              <a:spcPct val="90000"/>
            </a:lnSpc>
            <a:spcBef>
              <a:spcPct val="0"/>
            </a:spcBef>
            <a:spcAft>
              <a:spcPct val="15000"/>
            </a:spcAft>
            <a:buChar char="•"/>
          </a:pPr>
          <a:r>
            <a:rPr lang="fr-FR" sz="1100" kern="1200" dirty="0">
              <a:latin typeface="Calibri Light" panose="020F0302020204030204" pitchFamily="34" charset="0"/>
              <a:cs typeface="Calibri Light" panose="020F0302020204030204" pitchFamily="34" charset="0"/>
            </a:rPr>
            <a:t>Objectif : gérer les risques courants et attaques ciblées</a:t>
          </a:r>
        </a:p>
        <a:p>
          <a:pPr marL="57150" lvl="1" indent="-57150" algn="l" defTabSz="488950">
            <a:lnSpc>
              <a:spcPct val="90000"/>
            </a:lnSpc>
            <a:spcBef>
              <a:spcPct val="0"/>
            </a:spcBef>
            <a:spcAft>
              <a:spcPct val="15000"/>
            </a:spcAft>
            <a:buChar char="•"/>
          </a:pPr>
          <a:r>
            <a:rPr lang="fr-FR" sz="1100" kern="1200" dirty="0">
              <a:latin typeface="Calibri Light" panose="020F0302020204030204" pitchFamily="34" charset="0"/>
              <a:cs typeface="Calibri Light" panose="020F0302020204030204" pitchFamily="34" charset="0"/>
            </a:rPr>
            <a:t>Approche par conformité</a:t>
          </a:r>
        </a:p>
        <a:p>
          <a:pPr marL="57150" lvl="1" indent="-57150" algn="l" defTabSz="488950">
            <a:lnSpc>
              <a:spcPct val="90000"/>
            </a:lnSpc>
            <a:spcBef>
              <a:spcPct val="0"/>
            </a:spcBef>
            <a:spcAft>
              <a:spcPct val="15000"/>
            </a:spcAft>
            <a:buChar char="•"/>
          </a:pPr>
          <a:r>
            <a:rPr lang="fr-FR" sz="1100" kern="1200" dirty="0">
              <a:latin typeface="Calibri Light" panose="020F0302020204030204" pitchFamily="34" charset="0"/>
              <a:cs typeface="Calibri Light" panose="020F0302020204030204" pitchFamily="34" charset="0"/>
            </a:rPr>
            <a:t>Approche par scénario (étude des risques liés aux données) conseillée</a:t>
          </a:r>
        </a:p>
      </dsp:txBody>
      <dsp:txXfrm>
        <a:off x="5298445" y="1603373"/>
        <a:ext cx="1462049" cy="2689126"/>
      </dsp:txXfrm>
    </dsp:sp>
    <dsp:sp modelId="{542A4B96-AEEA-4117-9587-D2706622247C}">
      <dsp:nvSpPr>
        <dsp:cNvPr id="0" name=""/>
        <dsp:cNvSpPr/>
      </dsp:nvSpPr>
      <dsp:spPr>
        <a:xfrm>
          <a:off x="6611936" y="984272"/>
          <a:ext cx="494311" cy="494311"/>
        </a:xfrm>
        <a:prstGeom prst="ellipse">
          <a:avLst/>
        </a:prstGeom>
        <a:gradFill rotWithShape="0">
          <a:gsLst>
            <a:gs pos="0">
              <a:schemeClr val="accent3">
                <a:hueOff val="674876"/>
                <a:satOff val="34544"/>
                <a:lumOff val="14510"/>
                <a:alphaOff val="0"/>
                <a:satMod val="103000"/>
                <a:lumMod val="102000"/>
                <a:tint val="94000"/>
              </a:schemeClr>
            </a:gs>
            <a:gs pos="50000">
              <a:schemeClr val="accent3">
                <a:hueOff val="674876"/>
                <a:satOff val="34544"/>
                <a:lumOff val="14510"/>
                <a:alphaOff val="0"/>
                <a:satMod val="110000"/>
                <a:lumMod val="100000"/>
                <a:shade val="100000"/>
              </a:schemeClr>
            </a:gs>
            <a:gs pos="100000">
              <a:schemeClr val="accent3">
                <a:hueOff val="674876"/>
                <a:satOff val="34544"/>
                <a:lumOff val="1451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FD526A0-F170-406C-B84E-202C7B2BAE9D}">
      <dsp:nvSpPr>
        <dsp:cNvPr id="0" name=""/>
        <dsp:cNvSpPr/>
      </dsp:nvSpPr>
      <dsp:spPr>
        <a:xfrm>
          <a:off x="6940367" y="1109502"/>
          <a:ext cx="1462049" cy="3119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926" tIns="0" rIns="0" bIns="0" numCol="1" spcCol="1270" anchor="t" anchorCtr="0">
          <a:noAutofit/>
        </a:bodyPr>
        <a:lstStyle/>
        <a:p>
          <a:pPr marL="0" lvl="0" indent="0" algn="l" defTabSz="622300">
            <a:lnSpc>
              <a:spcPct val="90000"/>
            </a:lnSpc>
            <a:spcBef>
              <a:spcPct val="0"/>
            </a:spcBef>
            <a:spcAft>
              <a:spcPct val="35000"/>
            </a:spcAft>
            <a:buNone/>
          </a:pPr>
          <a:r>
            <a:rPr lang="fr-FR" sz="1400" b="1" kern="1200" dirty="0">
              <a:latin typeface="Calibri Light" panose="020F0302020204030204" pitchFamily="34" charset="0"/>
              <a:cs typeface="Calibri Light" panose="020F0302020204030204" pitchFamily="34" charset="0"/>
            </a:rPr>
            <a:t>4. Maximal</a:t>
          </a:r>
        </a:p>
        <a:p>
          <a:pPr marL="57150" lvl="1" indent="-57150" algn="l" defTabSz="488950">
            <a:lnSpc>
              <a:spcPct val="90000"/>
            </a:lnSpc>
            <a:spcBef>
              <a:spcPct val="0"/>
            </a:spcBef>
            <a:spcAft>
              <a:spcPct val="15000"/>
            </a:spcAft>
            <a:buChar char="•"/>
          </a:pPr>
          <a:r>
            <a:rPr lang="fr-FR" sz="1100" kern="1200" dirty="0">
              <a:latin typeface="Calibri Light" panose="020F0302020204030204" pitchFamily="34" charset="0"/>
              <a:cs typeface="Calibri Light" panose="020F0302020204030204" pitchFamily="34" charset="0"/>
            </a:rPr>
            <a:t>Objectif : gérer les risques courants et attaques ciblées</a:t>
          </a:r>
        </a:p>
        <a:p>
          <a:pPr marL="57150" lvl="1" indent="-57150" algn="l" defTabSz="488950">
            <a:lnSpc>
              <a:spcPct val="90000"/>
            </a:lnSpc>
            <a:spcBef>
              <a:spcPct val="0"/>
            </a:spcBef>
            <a:spcAft>
              <a:spcPct val="15000"/>
            </a:spcAft>
            <a:buChar char="•"/>
          </a:pPr>
          <a:r>
            <a:rPr lang="fr-FR" sz="1100" kern="1200" dirty="0">
              <a:latin typeface="Calibri Light" panose="020F0302020204030204" pitchFamily="34" charset="0"/>
              <a:cs typeface="Calibri Light" panose="020F0302020204030204" pitchFamily="34" charset="0"/>
            </a:rPr>
            <a:t>Approche par conformité</a:t>
          </a:r>
        </a:p>
        <a:p>
          <a:pPr marL="57150" lvl="1" indent="-57150" algn="l" defTabSz="488950">
            <a:lnSpc>
              <a:spcPct val="90000"/>
            </a:lnSpc>
            <a:spcBef>
              <a:spcPct val="0"/>
            </a:spcBef>
            <a:spcAft>
              <a:spcPct val="15000"/>
            </a:spcAft>
            <a:buChar char="•"/>
          </a:pPr>
          <a:r>
            <a:rPr lang="fr-FR" sz="1100" kern="1200" dirty="0">
              <a:latin typeface="Calibri Light" panose="020F0302020204030204" pitchFamily="34" charset="0"/>
              <a:cs typeface="Calibri Light" panose="020F0302020204030204" pitchFamily="34" charset="0"/>
            </a:rPr>
            <a:t>Approche par scénarios</a:t>
          </a:r>
        </a:p>
      </dsp:txBody>
      <dsp:txXfrm>
        <a:off x="6940367" y="1109502"/>
        <a:ext cx="1462049" cy="311990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C8E017-87B7-4F3F-8545-5010092B5AA9}">
      <dsp:nvSpPr>
        <dsp:cNvPr id="0" name=""/>
        <dsp:cNvSpPr/>
      </dsp:nvSpPr>
      <dsp:spPr>
        <a:xfrm>
          <a:off x="1865" y="0"/>
          <a:ext cx="1955309" cy="2208339"/>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fr-FR" sz="1100" kern="1200" dirty="0">
              <a:latin typeface="Calibri Light" panose="020F0302020204030204" pitchFamily="34" charset="0"/>
              <a:ea typeface="Calibri Light" panose="020F0302020204030204" pitchFamily="34" charset="0"/>
              <a:cs typeface="Calibri Light" panose="020F0302020204030204" pitchFamily="34" charset="0"/>
            </a:rPr>
            <a:t>Conséquences potentielles sur les personnes</a:t>
          </a:r>
        </a:p>
        <a:p>
          <a:pPr marL="0" lvl="0" indent="0" algn="ctr" defTabSz="488950">
            <a:lnSpc>
              <a:spcPct val="90000"/>
            </a:lnSpc>
            <a:spcBef>
              <a:spcPct val="0"/>
            </a:spcBef>
            <a:spcAft>
              <a:spcPct val="35000"/>
            </a:spcAft>
            <a:buNone/>
          </a:pPr>
          <a:r>
            <a:rPr lang="fr-FR" sz="1100" kern="1200" dirty="0">
              <a:latin typeface="Calibri Light" panose="020F0302020204030204" pitchFamily="34" charset="0"/>
              <a:ea typeface="Calibri Light" panose="020F0302020204030204" pitchFamily="34" charset="0"/>
              <a:cs typeface="Calibri Light" panose="020F0302020204030204" pitchFamily="34" charset="0"/>
            </a:rPr>
            <a:t>(</a:t>
          </a:r>
          <a:r>
            <a:rPr lang="fr-FR" sz="1100" kern="1200" dirty="0">
              <a:latin typeface="Calibri Light" panose="020F0302020204030204" pitchFamily="34" charset="0"/>
              <a:cs typeface="Calibri Light" panose="020F0302020204030204" pitchFamily="34" charset="0"/>
            </a:rPr>
            <a:t>cf. [Guide PIA-3]</a:t>
          </a:r>
          <a:r>
            <a:rPr lang="fr-FR" sz="1100" kern="1200" dirty="0">
              <a:latin typeface="Calibri Light" panose="020F0302020204030204" pitchFamily="34" charset="0"/>
              <a:ea typeface="Calibri Light" panose="020F0302020204030204" pitchFamily="34" charset="0"/>
              <a:cs typeface="Calibri Light" panose="020F0302020204030204" pitchFamily="34" charset="0"/>
            </a:rPr>
            <a:t>)</a:t>
          </a:r>
        </a:p>
      </dsp:txBody>
      <dsp:txXfrm>
        <a:off x="1865" y="883335"/>
        <a:ext cx="1955309" cy="883335"/>
      </dsp:txXfrm>
    </dsp:sp>
    <dsp:sp modelId="{6B9D26A1-C507-4DFF-9462-EF2929F5DFCC}">
      <dsp:nvSpPr>
        <dsp:cNvPr id="0" name=""/>
        <dsp:cNvSpPr/>
      </dsp:nvSpPr>
      <dsp:spPr>
        <a:xfrm>
          <a:off x="611831" y="132500"/>
          <a:ext cx="735376" cy="735376"/>
        </a:xfrm>
        <a:prstGeom prst="ellipse">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A3EA583-74C6-4DAB-A1D8-AE46927AD4D2}">
      <dsp:nvSpPr>
        <dsp:cNvPr id="0" name=""/>
        <dsp:cNvSpPr/>
      </dsp:nvSpPr>
      <dsp:spPr>
        <a:xfrm>
          <a:off x="2015834" y="0"/>
          <a:ext cx="1955309" cy="2208339"/>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fr-FR" sz="1100" kern="1200" dirty="0">
              <a:latin typeface="Calibri Light" panose="020F0302020204030204" pitchFamily="34" charset="0"/>
              <a:ea typeface="Calibri Light" panose="020F0302020204030204" pitchFamily="34" charset="0"/>
              <a:cs typeface="Calibri Light" panose="020F0302020204030204" pitchFamily="34" charset="0"/>
            </a:rPr>
            <a:t>Conséquences potentielles sur l’organisme</a:t>
          </a:r>
        </a:p>
        <a:p>
          <a:pPr marL="0" lvl="0" indent="0" algn="ctr" defTabSz="488950">
            <a:lnSpc>
              <a:spcPct val="90000"/>
            </a:lnSpc>
            <a:spcBef>
              <a:spcPct val="0"/>
            </a:spcBef>
            <a:spcAft>
              <a:spcPct val="35000"/>
            </a:spcAft>
            <a:buNone/>
          </a:pPr>
          <a:r>
            <a:rPr lang="fr-FR" sz="1100" kern="1200" dirty="0">
              <a:latin typeface="Calibri Light" panose="020F0302020204030204" pitchFamily="34" charset="0"/>
              <a:ea typeface="Calibri Light" panose="020F0302020204030204" pitchFamily="34" charset="0"/>
              <a:cs typeface="Calibri Light" panose="020F0302020204030204" pitchFamily="34" charset="0"/>
            </a:rPr>
            <a:t>(</a:t>
          </a:r>
          <a:r>
            <a:rPr lang="fr-FR" sz="1100" kern="1200" dirty="0">
              <a:latin typeface="Calibri Light" panose="020F0302020204030204" pitchFamily="34" charset="0"/>
              <a:cs typeface="Calibri Light" panose="020F0302020204030204" pitchFamily="34" charset="0"/>
            </a:rPr>
            <a:t>cf. [EBIOS </a:t>
          </a:r>
          <a:r>
            <a:rPr lang="fr-FR" sz="1100" i="1" kern="1200" dirty="0">
              <a:latin typeface="Calibri Light" panose="020F0302020204030204" pitchFamily="34" charset="0"/>
              <a:cs typeface="Calibri Light" panose="020F0302020204030204" pitchFamily="34" charset="0"/>
            </a:rPr>
            <a:t>Risk Manager</a:t>
          </a:r>
          <a:r>
            <a:rPr lang="fr-FR" sz="1100" kern="1200" dirty="0">
              <a:latin typeface="Calibri Light" panose="020F0302020204030204" pitchFamily="34" charset="0"/>
              <a:ea typeface="Calibri Light" panose="020F0302020204030204" pitchFamily="34" charset="0"/>
              <a:cs typeface="Calibri Light" panose="020F0302020204030204" pitchFamily="34" charset="0"/>
            </a:rPr>
            <a:t>)</a:t>
          </a:r>
        </a:p>
      </dsp:txBody>
      <dsp:txXfrm>
        <a:off x="2015834" y="883335"/>
        <a:ext cx="1955309" cy="883335"/>
      </dsp:txXfrm>
    </dsp:sp>
    <dsp:sp modelId="{34228E26-92B8-4000-8A4E-CEA4952C7EF8}">
      <dsp:nvSpPr>
        <dsp:cNvPr id="0" name=""/>
        <dsp:cNvSpPr/>
      </dsp:nvSpPr>
      <dsp:spPr>
        <a:xfrm>
          <a:off x="2625800" y="132500"/>
          <a:ext cx="735376" cy="735376"/>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74825BE-AA73-4BBD-B680-6C26960CC2F6}">
      <dsp:nvSpPr>
        <dsp:cNvPr id="0" name=""/>
        <dsp:cNvSpPr/>
      </dsp:nvSpPr>
      <dsp:spPr>
        <a:xfrm>
          <a:off x="4029802" y="0"/>
          <a:ext cx="1955309" cy="2208339"/>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fr-FR" sz="1100" kern="1200" dirty="0">
              <a:latin typeface="Calibri Light" panose="020F0302020204030204" pitchFamily="34" charset="0"/>
              <a:ea typeface="Calibri Light" panose="020F0302020204030204" pitchFamily="34" charset="0"/>
              <a:cs typeface="Calibri Light" panose="020F0302020204030204" pitchFamily="34" charset="0"/>
            </a:rPr>
            <a:t>Conséquences potentielles sur l’environnement</a:t>
          </a:r>
        </a:p>
        <a:p>
          <a:pPr marL="0" lvl="0" indent="0" algn="ctr" defTabSz="488950">
            <a:lnSpc>
              <a:spcPct val="90000"/>
            </a:lnSpc>
            <a:spcBef>
              <a:spcPct val="0"/>
            </a:spcBef>
            <a:spcAft>
              <a:spcPct val="35000"/>
            </a:spcAft>
            <a:buNone/>
          </a:pPr>
          <a:r>
            <a:rPr lang="fr-FR" sz="1100" kern="1200" dirty="0">
              <a:latin typeface="Calibri Light" panose="020F0302020204030204" pitchFamily="34" charset="0"/>
              <a:ea typeface="Calibri Light" panose="020F0302020204030204" pitchFamily="34" charset="0"/>
              <a:cs typeface="Calibri Light" panose="020F0302020204030204" pitchFamily="34" charset="0"/>
            </a:rPr>
            <a:t>(</a:t>
          </a:r>
          <a:r>
            <a:rPr lang="fr-FR" sz="1100" kern="1200" dirty="0">
              <a:latin typeface="Calibri Light" panose="020F0302020204030204" pitchFamily="34" charset="0"/>
              <a:cs typeface="Calibri Light" panose="020F0302020204030204" pitchFamily="34" charset="0"/>
            </a:rPr>
            <a:t>inspirées de [ISO 14004] et [NF X30-205]</a:t>
          </a:r>
          <a:r>
            <a:rPr lang="fr-FR" sz="1100" kern="1200" dirty="0">
              <a:latin typeface="Calibri Light" panose="020F0302020204030204" pitchFamily="34" charset="0"/>
              <a:ea typeface="Calibri Light" panose="020F0302020204030204" pitchFamily="34" charset="0"/>
              <a:cs typeface="Calibri Light" panose="020F0302020204030204" pitchFamily="34" charset="0"/>
            </a:rPr>
            <a:t>)</a:t>
          </a:r>
        </a:p>
      </dsp:txBody>
      <dsp:txXfrm>
        <a:off x="4029802" y="883335"/>
        <a:ext cx="1955309" cy="883335"/>
      </dsp:txXfrm>
    </dsp:sp>
    <dsp:sp modelId="{43E956CB-F9DA-4CA9-A692-853AF249615A}">
      <dsp:nvSpPr>
        <dsp:cNvPr id="0" name=""/>
        <dsp:cNvSpPr/>
      </dsp:nvSpPr>
      <dsp:spPr>
        <a:xfrm>
          <a:off x="4639768" y="132500"/>
          <a:ext cx="735376" cy="735376"/>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C6D46F3-CA92-4D09-905C-DC7D0D9DFC0C}">
      <dsp:nvSpPr>
        <dsp:cNvPr id="0" name=""/>
        <dsp:cNvSpPr/>
      </dsp:nvSpPr>
      <dsp:spPr>
        <a:xfrm>
          <a:off x="6043771" y="0"/>
          <a:ext cx="1955309" cy="2208339"/>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fr-FR" sz="1100" kern="1200" dirty="0">
              <a:latin typeface="Calibri Light" panose="020F0302020204030204" pitchFamily="34" charset="0"/>
              <a:ea typeface="Calibri Light" panose="020F0302020204030204" pitchFamily="34" charset="0"/>
              <a:cs typeface="Calibri Light" panose="020F0302020204030204" pitchFamily="34" charset="0"/>
            </a:rPr>
            <a:t>Autres conséquences potentielles</a:t>
          </a:r>
        </a:p>
        <a:p>
          <a:pPr marL="0" lvl="0" indent="0" algn="ctr" defTabSz="488950">
            <a:lnSpc>
              <a:spcPct val="90000"/>
            </a:lnSpc>
            <a:spcBef>
              <a:spcPct val="0"/>
            </a:spcBef>
            <a:spcAft>
              <a:spcPct val="35000"/>
            </a:spcAft>
            <a:buNone/>
          </a:pPr>
          <a:r>
            <a:rPr lang="fr-FR" sz="1100" kern="1200" dirty="0">
              <a:latin typeface="Calibri Light" panose="020F0302020204030204" pitchFamily="34" charset="0"/>
              <a:ea typeface="Calibri Light" panose="020F0302020204030204" pitchFamily="34" charset="0"/>
              <a:cs typeface="Calibri Light" panose="020F0302020204030204" pitchFamily="34" charset="0"/>
            </a:rPr>
            <a:t>(ex : responsabilité sociétale, sécurité économique)</a:t>
          </a:r>
        </a:p>
      </dsp:txBody>
      <dsp:txXfrm>
        <a:off x="6043771" y="883335"/>
        <a:ext cx="1955309" cy="883335"/>
      </dsp:txXfrm>
    </dsp:sp>
    <dsp:sp modelId="{FA0AA23B-44EA-4C65-99C5-0D6EB4461F4D}">
      <dsp:nvSpPr>
        <dsp:cNvPr id="0" name=""/>
        <dsp:cNvSpPr/>
      </dsp:nvSpPr>
      <dsp:spPr>
        <a:xfrm>
          <a:off x="6653737" y="132500"/>
          <a:ext cx="735376" cy="735376"/>
        </a:xfrm>
        <a:prstGeom prst="ellipse">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54D78BC-ED2E-4DDB-B200-42446C61983E}">
      <dsp:nvSpPr>
        <dsp:cNvPr id="0" name=""/>
        <dsp:cNvSpPr/>
      </dsp:nvSpPr>
      <dsp:spPr>
        <a:xfrm>
          <a:off x="320037" y="1656253"/>
          <a:ext cx="7360870" cy="552085"/>
        </a:xfrm>
        <a:prstGeom prst="leftRightArrow">
          <a:avLst/>
        </a:prstGeom>
        <a:solidFill>
          <a:schemeClr val="dk1">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E9A03F-A7CB-46D8-BFCF-C97896F8F467}">
      <dsp:nvSpPr>
        <dsp:cNvPr id="0" name=""/>
        <dsp:cNvSpPr/>
      </dsp:nvSpPr>
      <dsp:spPr>
        <a:xfrm>
          <a:off x="2529" y="141227"/>
          <a:ext cx="1203811" cy="829426"/>
        </a:xfrm>
        <a:prstGeom prst="roundRect">
          <a:avLst/>
        </a:prstGeom>
        <a:blipFill>
          <a:blip xmlns:r="http://schemas.openxmlformats.org/officeDocument/2006/relationships" r:embed="rId1"/>
          <a:srcRect/>
          <a:stretch>
            <a:fillRect l="-2000" r="-2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CA4A9A-1EC1-47B3-851D-81F7ADD9F370}">
      <dsp:nvSpPr>
        <dsp:cNvPr id="0" name=""/>
        <dsp:cNvSpPr/>
      </dsp:nvSpPr>
      <dsp:spPr>
        <a:xfrm>
          <a:off x="2529" y="970653"/>
          <a:ext cx="1203811" cy="446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Gouvernance responsable</a:t>
          </a:r>
        </a:p>
      </dsp:txBody>
      <dsp:txXfrm>
        <a:off x="2529" y="970653"/>
        <a:ext cx="1203811" cy="446614"/>
      </dsp:txXfrm>
    </dsp:sp>
    <dsp:sp modelId="{820BA4BC-0CF1-4A61-B463-0AE36A74590A}">
      <dsp:nvSpPr>
        <dsp:cNvPr id="0" name=""/>
        <dsp:cNvSpPr/>
      </dsp:nvSpPr>
      <dsp:spPr>
        <a:xfrm>
          <a:off x="1326772" y="141227"/>
          <a:ext cx="1203811" cy="829426"/>
        </a:xfrm>
        <a:prstGeom prst="round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2000" r="-2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2ED5F3-5140-49EF-BFA6-1398908110B2}">
      <dsp:nvSpPr>
        <dsp:cNvPr id="0" name=""/>
        <dsp:cNvSpPr/>
      </dsp:nvSpPr>
      <dsp:spPr>
        <a:xfrm>
          <a:off x="1326772" y="970653"/>
          <a:ext cx="1203811" cy="446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Fiabilité et sûreté</a:t>
          </a:r>
        </a:p>
      </dsp:txBody>
      <dsp:txXfrm>
        <a:off x="1326772" y="970653"/>
        <a:ext cx="1203811" cy="446614"/>
      </dsp:txXfrm>
    </dsp:sp>
    <dsp:sp modelId="{EEB2ECD4-6C04-448E-A990-949201CA60BD}">
      <dsp:nvSpPr>
        <dsp:cNvPr id="0" name=""/>
        <dsp:cNvSpPr/>
      </dsp:nvSpPr>
      <dsp:spPr>
        <a:xfrm>
          <a:off x="2651015" y="141227"/>
          <a:ext cx="1203811" cy="829426"/>
        </a:xfrm>
        <a:prstGeom prst="round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7000" r="-7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80355F-5B38-4B07-8981-91B4E2349069}">
      <dsp:nvSpPr>
        <dsp:cNvPr id="0" name=""/>
        <dsp:cNvSpPr/>
      </dsp:nvSpPr>
      <dsp:spPr>
        <a:xfrm>
          <a:off x="2651015" y="970653"/>
          <a:ext cx="1203811" cy="446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Équité</a:t>
          </a:r>
        </a:p>
      </dsp:txBody>
      <dsp:txXfrm>
        <a:off x="2651015" y="970653"/>
        <a:ext cx="1203811" cy="446614"/>
      </dsp:txXfrm>
    </dsp:sp>
    <dsp:sp modelId="{5F18EAAF-4CFB-42AD-8784-106086C360A8}">
      <dsp:nvSpPr>
        <dsp:cNvPr id="0" name=""/>
        <dsp:cNvSpPr/>
      </dsp:nvSpPr>
      <dsp:spPr>
        <a:xfrm>
          <a:off x="3975258" y="141227"/>
          <a:ext cx="1203811" cy="829426"/>
        </a:xfrm>
        <a:prstGeom prst="round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2000" r="-2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437F6E-6C94-4F12-AC7B-C33D1A9A08A1}">
      <dsp:nvSpPr>
        <dsp:cNvPr id="0" name=""/>
        <dsp:cNvSpPr/>
      </dsp:nvSpPr>
      <dsp:spPr>
        <a:xfrm>
          <a:off x="3975258" y="970653"/>
          <a:ext cx="1203811" cy="446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Transparence</a:t>
          </a:r>
        </a:p>
      </dsp:txBody>
      <dsp:txXfrm>
        <a:off x="3975258" y="970653"/>
        <a:ext cx="1203811" cy="446614"/>
      </dsp:txXfrm>
    </dsp:sp>
    <dsp:sp modelId="{ECBECBF2-9517-498E-B798-7E57986AD536}">
      <dsp:nvSpPr>
        <dsp:cNvPr id="0" name=""/>
        <dsp:cNvSpPr/>
      </dsp:nvSpPr>
      <dsp:spPr>
        <a:xfrm>
          <a:off x="2529" y="1537648"/>
          <a:ext cx="1203811" cy="829426"/>
        </a:xfrm>
        <a:prstGeom prst="roundRect">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l="-11000" r="-11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64DEBB-0039-4A75-8A1D-DF503698860A}">
      <dsp:nvSpPr>
        <dsp:cNvPr id="0" name=""/>
        <dsp:cNvSpPr/>
      </dsp:nvSpPr>
      <dsp:spPr>
        <a:xfrm>
          <a:off x="2529" y="2367075"/>
          <a:ext cx="1203811" cy="446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Sécurité des informations</a:t>
          </a:r>
        </a:p>
      </dsp:txBody>
      <dsp:txXfrm>
        <a:off x="2529" y="2367075"/>
        <a:ext cx="1203811" cy="446614"/>
      </dsp:txXfrm>
    </dsp:sp>
    <dsp:sp modelId="{3FA12FD0-DC13-4CBD-A612-CACB84570D95}">
      <dsp:nvSpPr>
        <dsp:cNvPr id="0" name=""/>
        <dsp:cNvSpPr/>
      </dsp:nvSpPr>
      <dsp:spPr>
        <a:xfrm>
          <a:off x="1326772" y="1537648"/>
          <a:ext cx="1203811" cy="829426"/>
        </a:xfrm>
        <a:prstGeom prst="roundRect">
          <a:avLst/>
        </a:prstGeom>
        <a:blipFill>
          <a:blip xmlns:r="http://schemas.openxmlformats.org/officeDocument/2006/relationships" r:embed="rId6">
            <a:extLst>
              <a:ext uri="{28A0092B-C50C-407E-A947-70E740481C1C}">
                <a14:useLocalDpi xmlns:a14="http://schemas.microsoft.com/office/drawing/2010/main" val="0"/>
              </a:ext>
            </a:extLst>
          </a:blip>
          <a:srcRect/>
          <a:stretch>
            <a:fillRect l="-2000" r="-2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77F9E3-7E83-41C5-81ED-A16088BF7698}">
      <dsp:nvSpPr>
        <dsp:cNvPr id="0" name=""/>
        <dsp:cNvSpPr/>
      </dsp:nvSpPr>
      <dsp:spPr>
        <a:xfrm>
          <a:off x="1326772" y="2367075"/>
          <a:ext cx="1203811" cy="446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Protection des droits et libertés</a:t>
          </a:r>
        </a:p>
      </dsp:txBody>
      <dsp:txXfrm>
        <a:off x="1326772" y="2367075"/>
        <a:ext cx="1203811" cy="446614"/>
      </dsp:txXfrm>
    </dsp:sp>
    <dsp:sp modelId="{C42147ED-62E9-4730-8BBD-266DBD0E1434}">
      <dsp:nvSpPr>
        <dsp:cNvPr id="0" name=""/>
        <dsp:cNvSpPr/>
      </dsp:nvSpPr>
      <dsp:spPr>
        <a:xfrm>
          <a:off x="2651015" y="1537648"/>
          <a:ext cx="1203811" cy="829426"/>
        </a:xfrm>
        <a:prstGeom prst="roundRect">
          <a:avLst/>
        </a:prstGeom>
        <a:blipFill>
          <a:blip xmlns:r="http://schemas.openxmlformats.org/officeDocument/2006/relationships" r:embed="rId7">
            <a:extLst>
              <a:ext uri="{28A0092B-C50C-407E-A947-70E740481C1C}">
                <a14:useLocalDpi xmlns:a14="http://schemas.microsoft.com/office/drawing/2010/main" val="0"/>
              </a:ext>
            </a:extLst>
          </a:blip>
          <a:srcRect/>
          <a:stretch>
            <a:fillRect l="-3000" r="-3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7BAEC4-3BB9-4CF3-A34D-22F8DCCEA61D}">
      <dsp:nvSpPr>
        <dsp:cNvPr id="0" name=""/>
        <dsp:cNvSpPr/>
      </dsp:nvSpPr>
      <dsp:spPr>
        <a:xfrm>
          <a:off x="2651015" y="2367075"/>
          <a:ext cx="1203811" cy="446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Maintenance et évolutivité</a:t>
          </a:r>
        </a:p>
      </dsp:txBody>
      <dsp:txXfrm>
        <a:off x="2651015" y="2367075"/>
        <a:ext cx="1203811" cy="446614"/>
      </dsp:txXfrm>
    </dsp:sp>
    <dsp:sp modelId="{E14C8862-C623-4560-BFA6-AA0625C76E75}">
      <dsp:nvSpPr>
        <dsp:cNvPr id="0" name=""/>
        <dsp:cNvSpPr/>
      </dsp:nvSpPr>
      <dsp:spPr>
        <a:xfrm>
          <a:off x="3975258" y="1537648"/>
          <a:ext cx="1203811" cy="829426"/>
        </a:xfrm>
        <a:prstGeom prst="roundRect">
          <a:avLst/>
        </a:prstGeom>
        <a:blipFill>
          <a:blip xmlns:r="http://schemas.openxmlformats.org/officeDocument/2006/relationships" r:embed="rId8">
            <a:extLst>
              <a:ext uri="{28A0092B-C50C-407E-A947-70E740481C1C}">
                <a14:useLocalDpi xmlns:a14="http://schemas.microsoft.com/office/drawing/2010/main" val="0"/>
              </a:ext>
            </a:extLst>
          </a:blip>
          <a:srcRect/>
          <a:stretch>
            <a:fillRect l="-11000" r="-11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81B8E7-4E64-40A0-B2E6-7D22537D37B4}">
      <dsp:nvSpPr>
        <dsp:cNvPr id="0" name=""/>
        <dsp:cNvSpPr/>
      </dsp:nvSpPr>
      <dsp:spPr>
        <a:xfrm>
          <a:off x="3975258" y="2367075"/>
          <a:ext cx="1203811" cy="446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Interopérabilité</a:t>
          </a:r>
        </a:p>
      </dsp:txBody>
      <dsp:txXfrm>
        <a:off x="3975258" y="2367075"/>
        <a:ext cx="1203811" cy="446614"/>
      </dsp:txXfrm>
    </dsp:sp>
    <dsp:sp modelId="{5DF32304-DBD6-4345-98D1-95FAC929E44E}">
      <dsp:nvSpPr>
        <dsp:cNvPr id="0" name=""/>
        <dsp:cNvSpPr/>
      </dsp:nvSpPr>
      <dsp:spPr>
        <a:xfrm>
          <a:off x="1326772" y="2934070"/>
          <a:ext cx="1203811" cy="829426"/>
        </a:xfrm>
        <a:prstGeom prst="roundRect">
          <a:avLst/>
        </a:prstGeom>
        <a:blipFill>
          <a:blip xmlns:r="http://schemas.openxmlformats.org/officeDocument/2006/relationships" r:embed="rId9">
            <a:extLst>
              <a:ext uri="{28A0092B-C50C-407E-A947-70E740481C1C}">
                <a14:useLocalDpi xmlns:a14="http://schemas.microsoft.com/office/drawing/2010/main" val="0"/>
              </a:ext>
            </a:extLst>
          </a:blip>
          <a:srcRect/>
          <a:stretch>
            <a:fillRect l="-14000" r="-14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C1EA7F-A2FD-4835-8CDC-19C6644F0F01}">
      <dsp:nvSpPr>
        <dsp:cNvPr id="0" name=""/>
        <dsp:cNvSpPr/>
      </dsp:nvSpPr>
      <dsp:spPr>
        <a:xfrm>
          <a:off x="1326772" y="3763496"/>
          <a:ext cx="1203811" cy="446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Respect de l’environnement</a:t>
          </a:r>
        </a:p>
      </dsp:txBody>
      <dsp:txXfrm>
        <a:off x="1326772" y="3763496"/>
        <a:ext cx="1203811" cy="446614"/>
      </dsp:txXfrm>
    </dsp:sp>
    <dsp:sp modelId="{319DB9E1-058C-4310-A569-B83C93185B14}">
      <dsp:nvSpPr>
        <dsp:cNvPr id="0" name=""/>
        <dsp:cNvSpPr/>
      </dsp:nvSpPr>
      <dsp:spPr>
        <a:xfrm>
          <a:off x="2651015" y="2934070"/>
          <a:ext cx="1203811" cy="829426"/>
        </a:xfrm>
        <a:prstGeom prst="roundRect">
          <a:avLst/>
        </a:prstGeom>
        <a:blipFill>
          <a:blip xmlns:r="http://schemas.openxmlformats.org/officeDocument/2006/relationships" r:embed="rId10">
            <a:extLst>
              <a:ext uri="{28A0092B-C50C-407E-A947-70E740481C1C}">
                <a14:useLocalDpi xmlns:a14="http://schemas.microsoft.com/office/drawing/2010/main" val="0"/>
              </a:ext>
            </a:extLst>
          </a:blip>
          <a:srcRect/>
          <a:stretch>
            <a:fillRect l="-2000" r="-2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C8F492-C95B-47CC-93D2-88274985A366}">
      <dsp:nvSpPr>
        <dsp:cNvPr id="0" name=""/>
        <dsp:cNvSpPr/>
      </dsp:nvSpPr>
      <dsp:spPr>
        <a:xfrm>
          <a:off x="2651015" y="3763496"/>
          <a:ext cx="1203811" cy="446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Accessibilité</a:t>
          </a:r>
        </a:p>
      </dsp:txBody>
      <dsp:txXfrm>
        <a:off x="2651015" y="3763496"/>
        <a:ext cx="1203811" cy="44661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A3C1CA-F3CF-47B7-9BED-F261669B16D1}">
      <dsp:nvSpPr>
        <dsp:cNvPr id="0" name=""/>
        <dsp:cNvSpPr/>
      </dsp:nvSpPr>
      <dsp:spPr>
        <a:xfrm>
          <a:off x="1601297" y="850152"/>
          <a:ext cx="336515" cy="91440"/>
        </a:xfrm>
        <a:custGeom>
          <a:avLst/>
          <a:gdLst/>
          <a:ahLst/>
          <a:cxnLst/>
          <a:rect l="0" t="0" r="0" b="0"/>
          <a:pathLst>
            <a:path>
              <a:moveTo>
                <a:pt x="0" y="45720"/>
              </a:moveTo>
              <a:lnTo>
                <a:pt x="336515" y="45720"/>
              </a:lnTo>
            </a:path>
          </a:pathLst>
        </a:custGeom>
        <a:noFill/>
        <a:ln w="12700" cap="flat" cmpd="sng" algn="ctr">
          <a:solidFill>
            <a:schemeClr val="dk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fr-FR" sz="700" kern="1200">
            <a:latin typeface="Calibri Light" panose="020F0302020204030204" pitchFamily="34" charset="0"/>
            <a:cs typeface="Calibri Light" panose="020F0302020204030204" pitchFamily="34" charset="0"/>
          </a:endParaRPr>
        </a:p>
      </dsp:txBody>
      <dsp:txXfrm>
        <a:off x="1760377" y="894035"/>
        <a:ext cx="18355" cy="3674"/>
      </dsp:txXfrm>
    </dsp:sp>
    <dsp:sp modelId="{A2B85F2E-551E-4418-84D2-289D792F547E}">
      <dsp:nvSpPr>
        <dsp:cNvPr id="0" name=""/>
        <dsp:cNvSpPr/>
      </dsp:nvSpPr>
      <dsp:spPr>
        <a:xfrm>
          <a:off x="6943" y="417026"/>
          <a:ext cx="1596153" cy="957692"/>
        </a:xfrm>
        <a:prstGeom prst="rect">
          <a:avLst/>
        </a:prstGeom>
        <a:solidFill>
          <a:schemeClr val="bg1">
            <a:lumMod val="8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8232" tIns="78232" rIns="78232" bIns="78232" numCol="1" spcCol="1270" anchor="t" anchorCtr="0">
          <a:noAutofit/>
        </a:bodyPr>
        <a:lstStyle/>
        <a:p>
          <a:pPr marL="0" lvl="0" indent="0" algn="l" defTabSz="488950">
            <a:lnSpc>
              <a:spcPct val="90000"/>
            </a:lnSpc>
            <a:spcBef>
              <a:spcPct val="0"/>
            </a:spcBef>
            <a:spcAft>
              <a:spcPct val="35000"/>
            </a:spcAft>
            <a:buNone/>
          </a:pPr>
          <a:r>
            <a:rPr lang="fr-FR" sz="1100" b="1" kern="1200" dirty="0">
              <a:latin typeface="Calibri Light" panose="020F0302020204030204" pitchFamily="34" charset="0"/>
              <a:cs typeface="Calibri Light" panose="020F0302020204030204" pitchFamily="34" charset="0"/>
            </a:rPr>
            <a:t>Objet d’étude</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Un produit ou service qui repose sur de l’IA</a:t>
          </a:r>
        </a:p>
      </dsp:txBody>
      <dsp:txXfrm>
        <a:off x="6943" y="417026"/>
        <a:ext cx="1596153" cy="957692"/>
      </dsp:txXfrm>
    </dsp:sp>
    <dsp:sp modelId="{0E256091-F172-4918-B0FC-CA3238B8B6FD}">
      <dsp:nvSpPr>
        <dsp:cNvPr id="0" name=""/>
        <dsp:cNvSpPr/>
      </dsp:nvSpPr>
      <dsp:spPr>
        <a:xfrm>
          <a:off x="3564566" y="850152"/>
          <a:ext cx="336515" cy="91440"/>
        </a:xfrm>
        <a:custGeom>
          <a:avLst/>
          <a:gdLst/>
          <a:ahLst/>
          <a:cxnLst/>
          <a:rect l="0" t="0" r="0" b="0"/>
          <a:pathLst>
            <a:path>
              <a:moveTo>
                <a:pt x="0" y="45720"/>
              </a:moveTo>
              <a:lnTo>
                <a:pt x="336515" y="45720"/>
              </a:lnTo>
            </a:path>
          </a:pathLst>
        </a:custGeom>
        <a:noFill/>
        <a:ln w="12700" cap="flat" cmpd="sng" algn="ctr">
          <a:solidFill>
            <a:schemeClr val="dk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fr-FR" sz="700" kern="1200">
            <a:latin typeface="Calibri Light" panose="020F0302020204030204" pitchFamily="34" charset="0"/>
            <a:cs typeface="Calibri Light" panose="020F0302020204030204" pitchFamily="34" charset="0"/>
          </a:endParaRPr>
        </a:p>
      </dsp:txBody>
      <dsp:txXfrm>
        <a:off x="3723646" y="894035"/>
        <a:ext cx="18355" cy="3674"/>
      </dsp:txXfrm>
    </dsp:sp>
    <dsp:sp modelId="{8D573CA0-8F58-42D4-AB57-5885FD7C4636}">
      <dsp:nvSpPr>
        <dsp:cNvPr id="0" name=""/>
        <dsp:cNvSpPr/>
      </dsp:nvSpPr>
      <dsp:spPr>
        <a:xfrm>
          <a:off x="1970213" y="417026"/>
          <a:ext cx="1596153" cy="957692"/>
        </a:xfrm>
        <a:prstGeom prst="rect">
          <a:avLst/>
        </a:prstGeom>
        <a:solidFill>
          <a:schemeClr val="bg1">
            <a:lumMod val="8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8232" tIns="78232" rIns="78232" bIns="78232" numCol="1" spcCol="1270" anchor="t" anchorCtr="0">
          <a:noAutofit/>
        </a:bodyPr>
        <a:lstStyle/>
        <a:p>
          <a:pPr marL="0" lvl="0" indent="0" algn="l" defTabSz="488950">
            <a:lnSpc>
              <a:spcPct val="90000"/>
            </a:lnSpc>
            <a:spcBef>
              <a:spcPct val="0"/>
            </a:spcBef>
            <a:spcAft>
              <a:spcPct val="35000"/>
            </a:spcAft>
            <a:buNone/>
          </a:pPr>
          <a:r>
            <a:rPr lang="fr-FR" sz="1100" b="1" kern="1200" dirty="0">
              <a:latin typeface="Calibri Light" panose="020F0302020204030204" pitchFamily="34" charset="0"/>
              <a:cs typeface="Calibri Light" panose="020F0302020204030204" pitchFamily="34" charset="0"/>
            </a:rPr>
            <a:t>Mission</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La finalité</a:t>
          </a:r>
        </a:p>
      </dsp:txBody>
      <dsp:txXfrm>
        <a:off x="1970213" y="417026"/>
        <a:ext cx="1596153" cy="957692"/>
      </dsp:txXfrm>
    </dsp:sp>
    <dsp:sp modelId="{26B005D8-D533-49C5-9217-DAD46AFCA38C}">
      <dsp:nvSpPr>
        <dsp:cNvPr id="0" name=""/>
        <dsp:cNvSpPr/>
      </dsp:nvSpPr>
      <dsp:spPr>
        <a:xfrm>
          <a:off x="805020" y="1372918"/>
          <a:ext cx="3926538" cy="336515"/>
        </a:xfrm>
        <a:custGeom>
          <a:avLst/>
          <a:gdLst/>
          <a:ahLst/>
          <a:cxnLst/>
          <a:rect l="0" t="0" r="0" b="0"/>
          <a:pathLst>
            <a:path>
              <a:moveTo>
                <a:pt x="3926538" y="0"/>
              </a:moveTo>
              <a:lnTo>
                <a:pt x="3926538" y="185357"/>
              </a:lnTo>
              <a:lnTo>
                <a:pt x="0" y="185357"/>
              </a:lnTo>
              <a:lnTo>
                <a:pt x="0" y="336515"/>
              </a:lnTo>
            </a:path>
          </a:pathLst>
        </a:custGeom>
        <a:noFill/>
        <a:ln w="12700" cap="flat" cmpd="sng" algn="ctr">
          <a:solidFill>
            <a:schemeClr val="dk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fr-FR" sz="700" kern="1200">
            <a:latin typeface="Calibri Light" panose="020F0302020204030204" pitchFamily="34" charset="0"/>
            <a:cs typeface="Calibri Light" panose="020F0302020204030204" pitchFamily="34" charset="0"/>
          </a:endParaRPr>
        </a:p>
      </dsp:txBody>
      <dsp:txXfrm>
        <a:off x="2669698" y="1539339"/>
        <a:ext cx="197183" cy="3674"/>
      </dsp:txXfrm>
    </dsp:sp>
    <dsp:sp modelId="{86B55CAC-0374-460A-A22C-E556C47CADAC}">
      <dsp:nvSpPr>
        <dsp:cNvPr id="0" name=""/>
        <dsp:cNvSpPr/>
      </dsp:nvSpPr>
      <dsp:spPr>
        <a:xfrm>
          <a:off x="3933482" y="417026"/>
          <a:ext cx="1596153" cy="957692"/>
        </a:xfrm>
        <a:prstGeom prst="rect">
          <a:avLst/>
        </a:prstGeom>
        <a:solidFill>
          <a:schemeClr val="bg1">
            <a:lumMod val="8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8232" tIns="78232" rIns="78232" bIns="78232" numCol="1" spcCol="1270" anchor="t" anchorCtr="0">
          <a:noAutofit/>
        </a:bodyPr>
        <a:lstStyle/>
        <a:p>
          <a:pPr marL="0" lvl="0" indent="0" algn="l" defTabSz="488950">
            <a:lnSpc>
              <a:spcPct val="90000"/>
            </a:lnSpc>
            <a:spcBef>
              <a:spcPct val="0"/>
            </a:spcBef>
            <a:spcAft>
              <a:spcPct val="35000"/>
            </a:spcAft>
            <a:buNone/>
          </a:pPr>
          <a:r>
            <a:rPr lang="fr-FR" sz="1100" b="1" kern="1200" dirty="0">
              <a:latin typeface="Calibri Light" panose="020F0302020204030204" pitchFamily="34" charset="0"/>
              <a:cs typeface="Calibri Light" panose="020F0302020204030204" pitchFamily="34" charset="0"/>
            </a:rPr>
            <a:t>Valeurs métiers</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Modèle d’IA</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Données d’entrée</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Données d’entrainement</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Données de sortie</a:t>
          </a:r>
        </a:p>
      </dsp:txBody>
      <dsp:txXfrm>
        <a:off x="3933482" y="417026"/>
        <a:ext cx="1596153" cy="957692"/>
      </dsp:txXfrm>
    </dsp:sp>
    <dsp:sp modelId="{B39A3642-0341-4493-B6BA-620546BC2C26}">
      <dsp:nvSpPr>
        <dsp:cNvPr id="0" name=""/>
        <dsp:cNvSpPr/>
      </dsp:nvSpPr>
      <dsp:spPr>
        <a:xfrm>
          <a:off x="1601297" y="2174960"/>
          <a:ext cx="336515" cy="91440"/>
        </a:xfrm>
        <a:custGeom>
          <a:avLst/>
          <a:gdLst/>
          <a:ahLst/>
          <a:cxnLst/>
          <a:rect l="0" t="0" r="0" b="0"/>
          <a:pathLst>
            <a:path>
              <a:moveTo>
                <a:pt x="0" y="45720"/>
              </a:moveTo>
              <a:lnTo>
                <a:pt x="336515" y="45720"/>
              </a:lnTo>
            </a:path>
          </a:pathLst>
        </a:custGeom>
        <a:noFill/>
        <a:ln w="12700" cap="flat" cmpd="sng" algn="ctr">
          <a:solidFill>
            <a:schemeClr val="dk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fr-FR" sz="700" kern="1200">
            <a:latin typeface="Calibri Light" panose="020F0302020204030204" pitchFamily="34" charset="0"/>
            <a:cs typeface="Calibri Light" panose="020F0302020204030204" pitchFamily="34" charset="0"/>
          </a:endParaRPr>
        </a:p>
      </dsp:txBody>
      <dsp:txXfrm>
        <a:off x="1760377" y="2218843"/>
        <a:ext cx="18355" cy="3674"/>
      </dsp:txXfrm>
    </dsp:sp>
    <dsp:sp modelId="{71291DAA-66A5-4B47-BBA1-FA8ACF4A2F3D}">
      <dsp:nvSpPr>
        <dsp:cNvPr id="0" name=""/>
        <dsp:cNvSpPr/>
      </dsp:nvSpPr>
      <dsp:spPr>
        <a:xfrm>
          <a:off x="6943" y="1741834"/>
          <a:ext cx="1596153" cy="957692"/>
        </a:xfrm>
        <a:prstGeom prst="rect">
          <a:avLst/>
        </a:prstGeom>
        <a:solidFill>
          <a:schemeClr val="bg1">
            <a:lumMod val="8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8232" tIns="78232" rIns="78232" bIns="78232" numCol="1" spcCol="1270" anchor="t" anchorCtr="0">
          <a:noAutofit/>
        </a:bodyPr>
        <a:lstStyle/>
        <a:p>
          <a:pPr marL="0" lvl="0" indent="0" algn="l" defTabSz="488950">
            <a:lnSpc>
              <a:spcPct val="90000"/>
            </a:lnSpc>
            <a:spcBef>
              <a:spcPct val="0"/>
            </a:spcBef>
            <a:spcAft>
              <a:spcPct val="35000"/>
            </a:spcAft>
            <a:buNone/>
          </a:pPr>
          <a:r>
            <a:rPr lang="fr-FR" sz="1100" b="1" kern="1200" dirty="0">
              <a:latin typeface="Calibri Light" panose="020F0302020204030204" pitchFamily="34" charset="0"/>
              <a:cs typeface="Calibri Light" panose="020F0302020204030204" pitchFamily="34" charset="0"/>
            </a:rPr>
            <a:t>Biens supports</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Le système d’IA, notamment les techniques d’IA utilisées (son algorithme)</a:t>
          </a:r>
        </a:p>
      </dsp:txBody>
      <dsp:txXfrm>
        <a:off x="6943" y="1741834"/>
        <a:ext cx="1596153" cy="957692"/>
      </dsp:txXfrm>
    </dsp:sp>
    <dsp:sp modelId="{71E7C0D6-F65D-4E50-9022-C40B9903C820}">
      <dsp:nvSpPr>
        <dsp:cNvPr id="0" name=""/>
        <dsp:cNvSpPr/>
      </dsp:nvSpPr>
      <dsp:spPr>
        <a:xfrm>
          <a:off x="3564566" y="2174960"/>
          <a:ext cx="336515" cy="91440"/>
        </a:xfrm>
        <a:custGeom>
          <a:avLst/>
          <a:gdLst/>
          <a:ahLst/>
          <a:cxnLst/>
          <a:rect l="0" t="0" r="0" b="0"/>
          <a:pathLst>
            <a:path>
              <a:moveTo>
                <a:pt x="0" y="45720"/>
              </a:moveTo>
              <a:lnTo>
                <a:pt x="336515" y="45720"/>
              </a:lnTo>
            </a:path>
          </a:pathLst>
        </a:custGeom>
        <a:noFill/>
        <a:ln w="12700" cap="flat" cmpd="sng" algn="ctr">
          <a:solidFill>
            <a:schemeClr val="dk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fr-FR" sz="700" kern="1200">
            <a:latin typeface="Calibri Light" panose="020F0302020204030204" pitchFamily="34" charset="0"/>
            <a:cs typeface="Calibri Light" panose="020F0302020204030204" pitchFamily="34" charset="0"/>
          </a:endParaRPr>
        </a:p>
      </dsp:txBody>
      <dsp:txXfrm>
        <a:off x="3723646" y="2218843"/>
        <a:ext cx="18355" cy="3674"/>
      </dsp:txXfrm>
    </dsp:sp>
    <dsp:sp modelId="{032C20AB-50D1-4B29-920C-2A8B19A87C40}">
      <dsp:nvSpPr>
        <dsp:cNvPr id="0" name=""/>
        <dsp:cNvSpPr/>
      </dsp:nvSpPr>
      <dsp:spPr>
        <a:xfrm>
          <a:off x="1970213" y="1741834"/>
          <a:ext cx="1596153" cy="957692"/>
        </a:xfrm>
        <a:prstGeom prst="rect">
          <a:avLst/>
        </a:prstGeom>
        <a:solidFill>
          <a:schemeClr val="bg1">
            <a:lumMod val="8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8232" tIns="78232" rIns="78232" bIns="78232" numCol="1" spcCol="1270" anchor="t" anchorCtr="0">
          <a:noAutofit/>
        </a:bodyPr>
        <a:lstStyle/>
        <a:p>
          <a:pPr marL="0" lvl="0" indent="0" algn="l" defTabSz="488950">
            <a:lnSpc>
              <a:spcPct val="90000"/>
            </a:lnSpc>
            <a:spcBef>
              <a:spcPct val="0"/>
            </a:spcBef>
            <a:spcAft>
              <a:spcPct val="35000"/>
            </a:spcAft>
            <a:buNone/>
          </a:pPr>
          <a:r>
            <a:rPr lang="fr-FR" sz="1100" b="1" kern="1200" dirty="0">
              <a:latin typeface="Calibri Light" panose="020F0302020204030204" pitchFamily="34" charset="0"/>
              <a:cs typeface="Calibri Light" panose="020F0302020204030204" pitchFamily="34" charset="0"/>
            </a:rPr>
            <a:t>Conséquences</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Sur les personnes</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Sur l’organisme</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Sur l’environnement</a:t>
          </a:r>
        </a:p>
      </dsp:txBody>
      <dsp:txXfrm>
        <a:off x="1970213" y="1741834"/>
        <a:ext cx="1596153" cy="957692"/>
      </dsp:txXfrm>
    </dsp:sp>
    <dsp:sp modelId="{6F4BC278-324A-4C9B-B992-8C6F7EB36117}">
      <dsp:nvSpPr>
        <dsp:cNvPr id="0" name=""/>
        <dsp:cNvSpPr/>
      </dsp:nvSpPr>
      <dsp:spPr>
        <a:xfrm>
          <a:off x="805020" y="2697726"/>
          <a:ext cx="3926538" cy="336515"/>
        </a:xfrm>
        <a:custGeom>
          <a:avLst/>
          <a:gdLst/>
          <a:ahLst/>
          <a:cxnLst/>
          <a:rect l="0" t="0" r="0" b="0"/>
          <a:pathLst>
            <a:path>
              <a:moveTo>
                <a:pt x="3926538" y="0"/>
              </a:moveTo>
              <a:lnTo>
                <a:pt x="3926538" y="185357"/>
              </a:lnTo>
              <a:lnTo>
                <a:pt x="0" y="185357"/>
              </a:lnTo>
              <a:lnTo>
                <a:pt x="0" y="336515"/>
              </a:lnTo>
            </a:path>
          </a:pathLst>
        </a:custGeom>
        <a:noFill/>
        <a:ln w="12700" cap="flat" cmpd="sng" algn="ctr">
          <a:solidFill>
            <a:schemeClr val="dk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fr-FR" sz="700" kern="1200">
            <a:latin typeface="Calibri Light" panose="020F0302020204030204" pitchFamily="34" charset="0"/>
            <a:cs typeface="Calibri Light" panose="020F0302020204030204" pitchFamily="34" charset="0"/>
          </a:endParaRPr>
        </a:p>
      </dsp:txBody>
      <dsp:txXfrm>
        <a:off x="2669698" y="2864147"/>
        <a:ext cx="197183" cy="3674"/>
      </dsp:txXfrm>
    </dsp:sp>
    <dsp:sp modelId="{04CCB77C-AF4A-43D4-AF3A-EAEF2A82DC19}">
      <dsp:nvSpPr>
        <dsp:cNvPr id="0" name=""/>
        <dsp:cNvSpPr/>
      </dsp:nvSpPr>
      <dsp:spPr>
        <a:xfrm>
          <a:off x="3933482" y="1741834"/>
          <a:ext cx="1596153" cy="957692"/>
        </a:xfrm>
        <a:prstGeom prst="rect">
          <a:avLst/>
        </a:prstGeom>
        <a:solidFill>
          <a:schemeClr val="bg1">
            <a:lumMod val="8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8232" tIns="78232" rIns="78232" bIns="78232" numCol="1" spcCol="1270" anchor="t" anchorCtr="0">
          <a:noAutofit/>
        </a:bodyPr>
        <a:lstStyle/>
        <a:p>
          <a:pPr marL="0" lvl="0" indent="0" algn="l" defTabSz="488950">
            <a:lnSpc>
              <a:spcPct val="90000"/>
            </a:lnSpc>
            <a:spcBef>
              <a:spcPct val="0"/>
            </a:spcBef>
            <a:spcAft>
              <a:spcPct val="35000"/>
            </a:spcAft>
            <a:buNone/>
          </a:pPr>
          <a:r>
            <a:rPr lang="fr-FR" sz="1100" b="1" kern="1200" dirty="0">
              <a:latin typeface="Calibri Light" panose="020F0302020204030204" pitchFamily="34" charset="0"/>
              <a:cs typeface="Calibri Light" panose="020F0302020204030204" pitchFamily="34" charset="0"/>
            </a:rPr>
            <a:t>Scénarios opérationnels</a:t>
          </a:r>
        </a:p>
        <a:p>
          <a:pPr marL="57150" lvl="1" indent="-57150" algn="l" defTabSz="444500">
            <a:lnSpc>
              <a:spcPct val="90000"/>
            </a:lnSpc>
            <a:spcBef>
              <a:spcPct val="0"/>
            </a:spcBef>
            <a:spcAft>
              <a:spcPct val="15000"/>
            </a:spcAft>
            <a:buChar char="•"/>
          </a:pPr>
          <a:r>
            <a:rPr lang="fr-FR" sz="1000" kern="1200" dirty="0" err="1">
              <a:latin typeface="Calibri Light" panose="020F0302020204030204" pitchFamily="34" charset="0"/>
              <a:cs typeface="Calibri Light" panose="020F0302020204030204" pitchFamily="34" charset="0"/>
            </a:rPr>
            <a:t>Taxo</a:t>
          </a:r>
          <a:r>
            <a:rPr lang="fr-FR" sz="1000" kern="1200" dirty="0">
              <a:latin typeface="Calibri Light" panose="020F0302020204030204" pitchFamily="34" charset="0"/>
              <a:cs typeface="Calibri Light" panose="020F0302020204030204" pitchFamily="34" charset="0"/>
            </a:rPr>
            <a:t> du Hub France IA</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Attaques types d’[ATLAS]</a:t>
          </a:r>
        </a:p>
      </dsp:txBody>
      <dsp:txXfrm>
        <a:off x="3933482" y="1741834"/>
        <a:ext cx="1596153" cy="957692"/>
      </dsp:txXfrm>
    </dsp:sp>
    <dsp:sp modelId="{1F770AE4-CBBB-4BFF-B3F0-983A52B47694}">
      <dsp:nvSpPr>
        <dsp:cNvPr id="0" name=""/>
        <dsp:cNvSpPr/>
      </dsp:nvSpPr>
      <dsp:spPr>
        <a:xfrm>
          <a:off x="6943" y="3066642"/>
          <a:ext cx="1596153" cy="957692"/>
        </a:xfrm>
        <a:prstGeom prst="rect">
          <a:avLst/>
        </a:prstGeom>
        <a:solidFill>
          <a:schemeClr val="bg1">
            <a:lumMod val="8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8232" tIns="78232" rIns="78232" bIns="78232" numCol="1" spcCol="1270" anchor="t" anchorCtr="0">
          <a:noAutofit/>
        </a:bodyPr>
        <a:lstStyle/>
        <a:p>
          <a:pPr marL="0" lvl="0" indent="0" algn="l" defTabSz="488950">
            <a:lnSpc>
              <a:spcPct val="90000"/>
            </a:lnSpc>
            <a:spcBef>
              <a:spcPct val="0"/>
            </a:spcBef>
            <a:spcAft>
              <a:spcPct val="35000"/>
            </a:spcAft>
            <a:buNone/>
          </a:pPr>
          <a:r>
            <a:rPr lang="fr-FR" sz="1100" b="1" kern="1200" dirty="0">
              <a:latin typeface="Calibri Light" panose="020F0302020204030204" pitchFamily="34" charset="0"/>
              <a:cs typeface="Calibri Light" panose="020F0302020204030204" pitchFamily="34" charset="0"/>
            </a:rPr>
            <a:t>Mesures</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Mesures du Hub France IA</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Mesures types d’[ATLAS]</a:t>
          </a:r>
        </a:p>
      </dsp:txBody>
      <dsp:txXfrm>
        <a:off x="6943" y="3066642"/>
        <a:ext cx="1596153" cy="95769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EB0A9D-A793-4D50-ADD7-33A2B24F9B9F}">
      <dsp:nvSpPr>
        <dsp:cNvPr id="0" name=""/>
        <dsp:cNvSpPr/>
      </dsp:nvSpPr>
      <dsp:spPr>
        <a:xfrm>
          <a:off x="1047942" y="2271"/>
          <a:ext cx="1958015" cy="1349072"/>
        </a:xfrm>
        <a:prstGeom prst="round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t="-23000" b="-23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DA58B2-9841-4535-B81E-50853009B99F}">
      <dsp:nvSpPr>
        <dsp:cNvPr id="0" name=""/>
        <dsp:cNvSpPr/>
      </dsp:nvSpPr>
      <dsp:spPr>
        <a:xfrm>
          <a:off x="1047942" y="1351344"/>
          <a:ext cx="1958015" cy="7264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marL="0" lvl="0" indent="0" algn="ctr" defTabSz="800100">
            <a:lnSpc>
              <a:spcPct val="90000"/>
            </a:lnSpc>
            <a:spcBef>
              <a:spcPct val="0"/>
            </a:spcBef>
            <a:spcAft>
              <a:spcPct val="35000"/>
            </a:spcAft>
            <a:buNone/>
          </a:pPr>
          <a:r>
            <a:rPr lang="fr-FR" sz="1800" kern="1200" dirty="0"/>
            <a:t>Documents de référence</a:t>
          </a:r>
        </a:p>
      </dsp:txBody>
      <dsp:txXfrm>
        <a:off x="1047942" y="1351344"/>
        <a:ext cx="1958015" cy="726423"/>
      </dsp:txXfrm>
    </dsp:sp>
    <dsp:sp modelId="{A50E75AB-FF58-4A09-AE3F-D6382FCC5754}">
      <dsp:nvSpPr>
        <dsp:cNvPr id="0" name=""/>
        <dsp:cNvSpPr/>
      </dsp:nvSpPr>
      <dsp:spPr>
        <a:xfrm>
          <a:off x="3201842" y="2271"/>
          <a:ext cx="1958015" cy="1349072"/>
        </a:xfrm>
        <a:prstGeom prst="round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t="-23000" b="-23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8C35C4-5731-4C87-B97C-4EBD11105F1D}">
      <dsp:nvSpPr>
        <dsp:cNvPr id="0" name=""/>
        <dsp:cNvSpPr/>
      </dsp:nvSpPr>
      <dsp:spPr>
        <a:xfrm>
          <a:off x="3201842" y="1351344"/>
          <a:ext cx="1958015" cy="7264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marL="0" lvl="0" indent="0" algn="ctr" defTabSz="800100">
            <a:lnSpc>
              <a:spcPct val="90000"/>
            </a:lnSpc>
            <a:spcBef>
              <a:spcPct val="0"/>
            </a:spcBef>
            <a:spcAft>
              <a:spcPct val="35000"/>
            </a:spcAft>
            <a:buNone/>
          </a:pPr>
          <a:r>
            <a:rPr lang="fr-FR" sz="1800" kern="1200"/>
            <a:t>Une méthode</a:t>
          </a:r>
          <a:endParaRPr lang="fr-FR" sz="1800" kern="1200" dirty="0"/>
        </a:p>
      </dsp:txBody>
      <dsp:txXfrm>
        <a:off x="3201842" y="1351344"/>
        <a:ext cx="1958015" cy="726423"/>
      </dsp:txXfrm>
    </dsp:sp>
    <dsp:sp modelId="{0FA65467-EA15-4344-8E41-7EB65A45C570}">
      <dsp:nvSpPr>
        <dsp:cNvPr id="0" name=""/>
        <dsp:cNvSpPr/>
      </dsp:nvSpPr>
      <dsp:spPr>
        <a:xfrm>
          <a:off x="5355741" y="2271"/>
          <a:ext cx="1958015" cy="1349072"/>
        </a:xfrm>
        <a:prstGeom prst="round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t="-23000" b="-23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1D7F30-C6C5-4FAD-843B-90EB4FC14EAA}">
      <dsp:nvSpPr>
        <dsp:cNvPr id="0" name=""/>
        <dsp:cNvSpPr/>
      </dsp:nvSpPr>
      <dsp:spPr>
        <a:xfrm>
          <a:off x="5355741" y="1351344"/>
          <a:ext cx="1958015" cy="7264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marL="0" lvl="0" indent="0" algn="ctr" defTabSz="800100">
            <a:lnSpc>
              <a:spcPct val="90000"/>
            </a:lnSpc>
            <a:spcBef>
              <a:spcPct val="0"/>
            </a:spcBef>
            <a:spcAft>
              <a:spcPct val="35000"/>
            </a:spcAft>
            <a:buNone/>
          </a:pPr>
          <a:r>
            <a:rPr lang="fr-FR" sz="1800" kern="1200"/>
            <a:t>Une typologie de cas d’usages</a:t>
          </a:r>
          <a:endParaRPr lang="fr-FR" sz="1800" kern="1200" dirty="0"/>
        </a:p>
      </dsp:txBody>
      <dsp:txXfrm>
        <a:off x="5355741" y="1351344"/>
        <a:ext cx="1958015" cy="726423"/>
      </dsp:txXfrm>
    </dsp:sp>
    <dsp:sp modelId="{EF04437E-7EDD-47AB-B0E8-558A779AECE4}">
      <dsp:nvSpPr>
        <dsp:cNvPr id="0" name=""/>
        <dsp:cNvSpPr/>
      </dsp:nvSpPr>
      <dsp:spPr>
        <a:xfrm>
          <a:off x="7509641" y="2271"/>
          <a:ext cx="1958015" cy="1349072"/>
        </a:xfrm>
        <a:prstGeom prst="round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t="-23000" b="-23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DEF86E-B797-450C-9F22-1199D89230FB}">
      <dsp:nvSpPr>
        <dsp:cNvPr id="0" name=""/>
        <dsp:cNvSpPr/>
      </dsp:nvSpPr>
      <dsp:spPr>
        <a:xfrm>
          <a:off x="7509641" y="1351344"/>
          <a:ext cx="1958015" cy="7264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marL="0" lvl="0" indent="0" algn="ctr" defTabSz="800100">
            <a:lnSpc>
              <a:spcPct val="90000"/>
            </a:lnSpc>
            <a:spcBef>
              <a:spcPct val="0"/>
            </a:spcBef>
            <a:spcAft>
              <a:spcPct val="35000"/>
            </a:spcAft>
            <a:buNone/>
          </a:pPr>
          <a:r>
            <a:rPr lang="fr-FR" sz="1800" kern="1200"/>
            <a:t>Des bonnes pratiques</a:t>
          </a:r>
          <a:endParaRPr lang="fr-FR" sz="1800" kern="1200" dirty="0"/>
        </a:p>
      </dsp:txBody>
      <dsp:txXfrm>
        <a:off x="7509641" y="1351344"/>
        <a:ext cx="1958015" cy="726423"/>
      </dsp:txXfrm>
    </dsp:sp>
    <dsp:sp modelId="{8D43D9D5-106E-4698-9060-1A9DCED61343}">
      <dsp:nvSpPr>
        <dsp:cNvPr id="0" name=""/>
        <dsp:cNvSpPr/>
      </dsp:nvSpPr>
      <dsp:spPr>
        <a:xfrm>
          <a:off x="4278792" y="2273569"/>
          <a:ext cx="1958015" cy="1349072"/>
        </a:xfrm>
        <a:prstGeom prst="roundRect">
          <a:avLst/>
        </a:prstGeom>
        <a:blipFill>
          <a:blip xmlns:r="http://schemas.openxmlformats.org/officeDocument/2006/relationships">
            <a:extLst>
              <a:ext uri="{96DAC541-7B7A-43D3-8B79-37D633B846F1}">
                <asvg:svgBlip xmlns:asvg="http://schemas.microsoft.com/office/drawing/2016/SVG/main" r:embed="rId5"/>
              </a:ext>
            </a:extLst>
          </a:blip>
          <a:srcRect/>
          <a:stretch>
            <a:fillRect t="-23000" b="-23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CF0EBD-703E-438D-8D1B-C2D740AE3D52}">
      <dsp:nvSpPr>
        <dsp:cNvPr id="0" name=""/>
        <dsp:cNvSpPr/>
      </dsp:nvSpPr>
      <dsp:spPr>
        <a:xfrm>
          <a:off x="4278792" y="3622642"/>
          <a:ext cx="1958015" cy="7264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marL="0" lvl="0" indent="0" algn="ctr" defTabSz="800100">
            <a:lnSpc>
              <a:spcPct val="90000"/>
            </a:lnSpc>
            <a:spcBef>
              <a:spcPct val="0"/>
            </a:spcBef>
            <a:spcAft>
              <a:spcPct val="35000"/>
            </a:spcAft>
            <a:buNone/>
          </a:pPr>
          <a:r>
            <a:rPr lang="fr-FR" sz="1800" kern="1200"/>
            <a:t>Un « </a:t>
          </a:r>
          <a:r>
            <a:rPr lang="fr-FR" sz="1800" i="1" kern="1200"/>
            <a:t>backlog</a:t>
          </a:r>
          <a:r>
            <a:rPr lang="fr-FR" sz="1800" kern="1200"/>
            <a:t> » d’actions à mener</a:t>
          </a:r>
        </a:p>
      </dsp:txBody>
      <dsp:txXfrm>
        <a:off x="4278792" y="3622642"/>
        <a:ext cx="1958015" cy="72642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A611AC-78B5-4927-948B-43BD74DAE461}">
      <dsp:nvSpPr>
        <dsp:cNvPr id="0" name=""/>
        <dsp:cNvSpPr/>
      </dsp:nvSpPr>
      <dsp:spPr>
        <a:xfrm>
          <a:off x="2296625" y="1857047"/>
          <a:ext cx="1324948" cy="1324948"/>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fr-FR" sz="1300" kern="1200"/>
            <a:t>Travaux en cours</a:t>
          </a:r>
          <a:endParaRPr lang="fr-FR" sz="1300" kern="1200" dirty="0"/>
        </a:p>
      </dsp:txBody>
      <dsp:txXfrm>
        <a:off x="2490659" y="2051081"/>
        <a:ext cx="936880" cy="936880"/>
      </dsp:txXfrm>
    </dsp:sp>
    <dsp:sp modelId="{52CF8AC4-107A-422B-8F9E-BFDB36B53A02}">
      <dsp:nvSpPr>
        <dsp:cNvPr id="0" name=""/>
        <dsp:cNvSpPr/>
      </dsp:nvSpPr>
      <dsp:spPr>
        <a:xfrm rot="16200000">
          <a:off x="2819129" y="1375633"/>
          <a:ext cx="279941" cy="450482"/>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fr-FR" sz="1900" kern="1200"/>
        </a:p>
      </dsp:txBody>
      <dsp:txXfrm>
        <a:off x="2861120" y="1507720"/>
        <a:ext cx="195959" cy="270290"/>
      </dsp:txXfrm>
    </dsp:sp>
    <dsp:sp modelId="{A6E6CF8F-CA1E-4553-9590-9D133C13504C}">
      <dsp:nvSpPr>
        <dsp:cNvPr id="0" name=""/>
        <dsp:cNvSpPr/>
      </dsp:nvSpPr>
      <dsp:spPr>
        <a:xfrm>
          <a:off x="2296625" y="3907"/>
          <a:ext cx="1324948" cy="1324948"/>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fr-FR" sz="1300" kern="1200" dirty="0"/>
            <a:t>Amélioration continue</a:t>
          </a:r>
        </a:p>
      </dsp:txBody>
      <dsp:txXfrm>
        <a:off x="2490659" y="197941"/>
        <a:ext cx="936880" cy="936880"/>
      </dsp:txXfrm>
    </dsp:sp>
    <dsp:sp modelId="{EB251543-ACE7-4E84-8DC1-016D73BE8449}">
      <dsp:nvSpPr>
        <dsp:cNvPr id="0" name=""/>
        <dsp:cNvSpPr/>
      </dsp:nvSpPr>
      <dsp:spPr>
        <a:xfrm>
          <a:off x="3737776" y="2294280"/>
          <a:ext cx="279941" cy="450482"/>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fr-FR" sz="1900" kern="1200"/>
        </a:p>
      </dsp:txBody>
      <dsp:txXfrm>
        <a:off x="3737776" y="2384376"/>
        <a:ext cx="195959" cy="270290"/>
      </dsp:txXfrm>
    </dsp:sp>
    <dsp:sp modelId="{F1A3E130-329B-400B-83F4-6AEA12F45B74}">
      <dsp:nvSpPr>
        <dsp:cNvPr id="0" name=""/>
        <dsp:cNvSpPr/>
      </dsp:nvSpPr>
      <dsp:spPr>
        <a:xfrm>
          <a:off x="4149765" y="1857047"/>
          <a:ext cx="1324948" cy="1324948"/>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fr-FR" sz="1300" kern="1200" dirty="0"/>
            <a:t>Étude de cas</a:t>
          </a:r>
        </a:p>
      </dsp:txBody>
      <dsp:txXfrm>
        <a:off x="4343799" y="2051081"/>
        <a:ext cx="936880" cy="936880"/>
      </dsp:txXfrm>
    </dsp:sp>
    <dsp:sp modelId="{19A15FBF-BC23-4411-948B-3B6D38FAA4F6}">
      <dsp:nvSpPr>
        <dsp:cNvPr id="0" name=""/>
        <dsp:cNvSpPr/>
      </dsp:nvSpPr>
      <dsp:spPr>
        <a:xfrm rot="5400000">
          <a:off x="2819129" y="3212927"/>
          <a:ext cx="279941" cy="450482"/>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fr-FR" sz="1900" kern="1200"/>
        </a:p>
      </dsp:txBody>
      <dsp:txXfrm>
        <a:off x="2861120" y="3261032"/>
        <a:ext cx="195959" cy="270290"/>
      </dsp:txXfrm>
    </dsp:sp>
    <dsp:sp modelId="{CC8A1332-B43E-4358-B2BF-139BC4EEAD6E}">
      <dsp:nvSpPr>
        <dsp:cNvPr id="0" name=""/>
        <dsp:cNvSpPr/>
      </dsp:nvSpPr>
      <dsp:spPr>
        <a:xfrm>
          <a:off x="2296625" y="3710187"/>
          <a:ext cx="1324948" cy="1324948"/>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fr-FR" sz="1300" kern="1200" dirty="0"/>
            <a:t>Travaux annexes</a:t>
          </a:r>
        </a:p>
      </dsp:txBody>
      <dsp:txXfrm>
        <a:off x="2490659" y="3904221"/>
        <a:ext cx="936880" cy="936880"/>
      </dsp:txXfrm>
    </dsp:sp>
    <dsp:sp modelId="{51C7C162-E9A1-4DCF-9776-DEC5331272D6}">
      <dsp:nvSpPr>
        <dsp:cNvPr id="0" name=""/>
        <dsp:cNvSpPr/>
      </dsp:nvSpPr>
      <dsp:spPr>
        <a:xfrm rot="10800000">
          <a:off x="1900482" y="2294280"/>
          <a:ext cx="279941" cy="450482"/>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fr-FR" sz="1900" kern="1200"/>
        </a:p>
      </dsp:txBody>
      <dsp:txXfrm rot="10800000">
        <a:off x="1984464" y="2384376"/>
        <a:ext cx="195959" cy="270290"/>
      </dsp:txXfrm>
    </dsp:sp>
    <dsp:sp modelId="{84A5E4EA-14CF-4B59-BC59-DAF163B3EB8F}">
      <dsp:nvSpPr>
        <dsp:cNvPr id="0" name=""/>
        <dsp:cNvSpPr/>
      </dsp:nvSpPr>
      <dsp:spPr>
        <a:xfrm>
          <a:off x="443485" y="1857047"/>
          <a:ext cx="1324948" cy="1324948"/>
        </a:xfrm>
        <a:prstGeom prst="ellips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fr-FR" sz="1300" kern="1200" dirty="0"/>
            <a:t>Visualisation de données</a:t>
          </a:r>
        </a:p>
      </dsp:txBody>
      <dsp:txXfrm>
        <a:off x="637519" y="2051081"/>
        <a:ext cx="936880" cy="936880"/>
      </dsp:txXfrm>
    </dsp:sp>
  </dsp:spTree>
</dsp:drawing>
</file>

<file path=ppt/diagrams/layout1.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2.xml><?xml version="1.0" encoding="utf-8"?>
<dgm:layoutDef xmlns:dgm="http://schemas.openxmlformats.org/drawingml/2006/diagram" xmlns:a="http://schemas.openxmlformats.org/drawingml/2006/main" uniqueId="urn:microsoft.com/office/officeart/2009/3/layout/RandomtoResultProcess">
  <dgm:title val=""/>
  <dgm:desc val=""/>
  <dgm:catLst>
    <dgm:cat type="process" pri="1275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clrData>
  <dgm:layoutNode name="Name0">
    <dgm:varLst>
      <dgm:dir/>
      <dgm:animOne val="branch"/>
      <dgm:animLvl val="lvl"/>
    </dgm:varLst>
    <dgm:choose name="Name1">
      <dgm:if name="Name2" func="var" arg="dir" op="equ" val="norm">
        <dgm:alg type="lin">
          <dgm:param type="fallback" val="2D"/>
          <dgm:param type="nodeVertAlign" val="t"/>
        </dgm:alg>
      </dgm:if>
      <dgm:else name="Name3">
        <dgm:alg type="lin">
          <dgm:param type="fallback" val="2D"/>
          <dgm:param type="nodeVertAlign" val="t"/>
          <dgm:param type="linDir" val="fromR"/>
        </dgm:alg>
      </dgm:else>
    </dgm:choose>
    <dgm:shape xmlns:r="http://schemas.openxmlformats.org/officeDocument/2006/relationships" r:blip="">
      <dgm:adjLst/>
    </dgm:shape>
    <dgm:constrLst>
      <dgm:constr type="userH" refType="h" fact="2"/>
      <dgm:constr type="w" for="ch" forName="chaos" refType="userH" fact="0.681"/>
      <dgm:constr type="h" for="ch" forName="chaos" refType="userH"/>
      <dgm:constr type="w" for="ch" forName="middle" refType="userH" fact="0.6"/>
      <dgm:constr type="h" for="ch" forName="middle" refType="userH"/>
      <dgm:constr type="w" for="ch" forName="last" refType="userH" fact="0.6"/>
      <dgm:constr type="h" for="ch" forName="last" refType="userH"/>
      <dgm:constr type="w" for="ch" forName="chevronComposite1" refType="userH" fact="0.22"/>
      <dgm:constr type="h" for="ch" forName="chevronComposite1" refType="userH" fact="0.52"/>
      <dgm:constr type="w" for="ch" forName="chevronComposite2" refType="userH" fact="0.22"/>
      <dgm:constr type="h" for="ch" forName="chevronComposite2" refType="userH" fact="0.52"/>
      <dgm:constr type="w" for="ch" forName="overlap" refType="userH" fact="-0.04"/>
      <dgm:constr type="h" for="ch" forName="overlap" refType="userH" fact="0.06"/>
      <dgm:constr type="primFontSz" for="des" forName="parTx1" op="equ" val="65"/>
      <dgm:constr type="primFontSz" for="des" forName="parTxMid" refType="primFontSz" refFor="des" refForName="parTx1" op="equ"/>
      <dgm:constr type="primFontSz" for="des" forName="circleTx" refType="primFontSz" refFor="des" refForName="parTx1" op="equ"/>
      <dgm:constr type="primFontSz" for="des" forName="desTx1" op="equ" val="65"/>
      <dgm:constr type="primFontSz" for="des" forName="desTxMid" refType="primFontSz" refFor="des" refForName="desTx1" op="equ"/>
      <dgm:constr type="primFontSz" for="des" forName="desTxN" refType="primFontSz" refFor="des" refForName="desTx1" op="equ"/>
    </dgm:constrLst>
    <dgm:forEach name="Name4" axis="ch" ptType="node">
      <dgm:choose name="Name5">
        <dgm:if name="Name6" axis="self" ptType="node" func="pos" op="equ" val="1">
          <dgm:layoutNode name="chaos">
            <dgm:alg type="composite"/>
            <dgm:shape xmlns:r="http://schemas.openxmlformats.org/officeDocument/2006/relationships" r:blip="">
              <dgm:adjLst/>
            </dgm:shape>
            <dgm:presOf/>
            <dgm:constrLst>
              <dgm:constr type="ctrX" for="ch" forName="parTx1" refType="w" fact="0.5"/>
              <dgm:constr type="t" for="ch" forName="parTx1" refType="w" fact="0.32"/>
              <dgm:constr type="w" for="ch" forName="parTx1" refType="w" fact="0.88"/>
              <dgm:constr type="h" for="ch" forName="parTx1" refType="w" fact="0.29"/>
              <dgm:constr type="ctrX" for="ch" forName="desTx1" refType="w" fact="0.5"/>
              <dgm:constr type="b" for="ch" forName="desTx1" refType="h"/>
              <dgm:constr type="w" for="ch" forName="desTx1" refType="w" fact="0.88"/>
              <dgm:constr type="h" for="ch" forName="desTx1" refType="h" fact="0.37"/>
              <dgm:constr type="l" for="ch" forName="c1" refType="w" fact="0.05"/>
              <dgm:constr type="t" for="ch" forName="c1" refType="w" fact="0.23"/>
              <dgm:constr type="w" for="ch" forName="c1" refType="w" fact="0.07"/>
              <dgm:constr type="h" for="ch" forName="c1" refType="w" refFor="ch" refForName="c1"/>
              <dgm:constr type="l" for="ch" forName="c2" refType="w" fact="0.1"/>
              <dgm:constr type="t" for="ch" forName="c2" refType="w" fact="0.13"/>
              <dgm:constr type="w" for="ch" forName="c2" refType="w" fact="0.07"/>
              <dgm:constr type="h" for="ch" forName="c2" refType="w" refFor="ch" refForName="c2"/>
              <dgm:constr type="l" for="ch" forName="c3" refType="w" fact="0.22"/>
              <dgm:constr type="t" for="ch" forName="c3" refType="w" fact="0.15"/>
              <dgm:constr type="w" for="ch" forName="c3" refType="w" fact="0.11"/>
              <dgm:constr type="h" for="ch" forName="c3" refType="w" refFor="ch" refForName="c3"/>
              <dgm:constr type="l" for="ch" forName="c4" refType="w" fact="0.32"/>
              <dgm:constr type="t" for="ch" forName="c4" refType="w" fact="0.04"/>
              <dgm:constr type="w" for="ch" forName="c4" refType="w" fact="0.07"/>
              <dgm:constr type="h" for="ch" forName="c4" refType="w" refFor="ch" refForName="c4"/>
              <dgm:constr type="l" for="ch" forName="c5" refType="w" fact="0.45"/>
              <dgm:constr type="t" for="ch" forName="c5" refType="w" fact="0"/>
              <dgm:constr type="w" for="ch" forName="c5" refType="w" fact="0.07"/>
              <dgm:constr type="h" for="ch" forName="c5" refType="w" refFor="ch" refForName="c5"/>
              <dgm:constr type="l" for="ch" forName="c6" refType="w" fact="0.61"/>
              <dgm:constr type="t" for="ch" forName="c6" refType="w" fact="0.07"/>
              <dgm:constr type="w" for="ch" forName="c6" refType="w" fact="0.07"/>
              <dgm:constr type="h" for="ch" forName="c6" refType="w" refFor="ch" refForName="c6"/>
              <dgm:constr type="l" for="ch" forName="c7" refType="w" fact="0.71"/>
              <dgm:constr type="t" for="ch" forName="c7" refType="w" fact="0.12"/>
              <dgm:constr type="w" for="ch" forName="c7" refType="w" fact="0.11"/>
              <dgm:constr type="h" for="ch" forName="c7" refType="w" refFor="ch" refForName="c7"/>
              <dgm:constr type="l" for="ch" forName="c8" refType="w" fact="0.85"/>
              <dgm:constr type="t" for="ch" forName="c8" refType="w" fact="0.23"/>
              <dgm:constr type="w" for="ch" forName="c8" refType="w" fact="0.07"/>
              <dgm:constr type="h" for="ch" forName="c8" refType="w" refFor="ch" refForName="c8"/>
              <dgm:constr type="l" for="ch" forName="c9" refType="w" fact="0.91"/>
              <dgm:constr type="t" for="ch" forName="c9" refType="w" fact="0.34"/>
              <dgm:constr type="w" for="ch" forName="c9" refType="w" fact="0.07"/>
              <dgm:constr type="h" for="ch" forName="c9" refType="w" refFor="ch" refForName="c9"/>
              <dgm:constr type="l" for="ch" forName="c10" refType="w" fact="0.39"/>
              <dgm:constr type="t" for="ch" forName="c10" refType="w" fact="0.13"/>
              <dgm:constr type="w" for="ch" forName="c10" refType="w" fact="0.18"/>
              <dgm:constr type="h" for="ch" forName="c10" refType="w" refFor="ch" refForName="c10"/>
              <dgm:constr type="l" for="ch" forName="c11" refType="w" fact="0"/>
              <dgm:constr type="t" for="ch" forName="c11" refType="w" fact="0.51"/>
              <dgm:constr type="w" for="ch" forName="c11" refType="w" fact="0.07"/>
              <dgm:constr type="h" for="ch" forName="c11" refType="w" refFor="ch" refForName="c11"/>
              <dgm:constr type="l" for="ch" forName="c12" refType="w" fact="0.06"/>
              <dgm:constr type="t" for="ch" forName="c12" refType="w" fact="0.6"/>
              <dgm:constr type="w" for="ch" forName="c12" refType="w" fact="0.11"/>
              <dgm:constr type="h" for="ch" forName="c12" refType="w" refFor="ch" refForName="c12"/>
              <dgm:constr type="l" for="ch" forName="c13" refType="w" fact="0.21"/>
              <dgm:constr type="t" for="ch" forName="c13" refType="w" fact="0.68"/>
              <dgm:constr type="w" for="ch" forName="c13" refType="w" fact="0.16"/>
              <dgm:constr type="h" for="ch" forName="c13" refType="w" refFor="ch" refForName="c13"/>
              <dgm:constr type="l" for="ch" forName="c14" refType="w" fact="0.42"/>
              <dgm:constr type="t" for="ch" forName="c14" refType="w" fact="0.81"/>
              <dgm:constr type="w" for="ch" forName="c14" refType="w" fact="0.07"/>
              <dgm:constr type="h" for="ch" forName="c14" refType="w" refFor="ch" refForName="c14"/>
              <dgm:constr type="l" for="ch" forName="c15" refType="w" fact="0.46"/>
              <dgm:constr type="t" for="ch" forName="c15" refType="w" fact="0.68"/>
              <dgm:constr type="w" for="ch" forName="c15" refType="w" fact="0.11"/>
              <dgm:constr type="h" for="ch" forName="c15" refType="w" refFor="ch" refForName="c15"/>
              <dgm:constr type="l" for="ch" forName="c16" refType="w" fact="0.56"/>
              <dgm:constr type="t" for="ch" forName="c16" refType="w" fact="0.82"/>
              <dgm:constr type="w" for="ch" forName="c16" refType="w" fact="0.07"/>
              <dgm:constr type="h" for="ch" forName="c16" refType="w" refFor="ch" refForName="c16"/>
              <dgm:constr type="l" for="ch" forName="c17" refType="w" fact="0.65"/>
              <dgm:constr type="t" for="ch" forName="c17" refType="w" fact="0.66"/>
              <dgm:constr type="w" for="ch" forName="c17" refType="w" fact="0.16"/>
              <dgm:constr type="h" for="ch" forName="c17" refType="w" refFor="ch" refForName="c17"/>
              <dgm:constr type="l" for="ch" forName="c18" refType="w" fact="0.87"/>
              <dgm:constr type="t" for="ch" forName="c18" refType="w" fact="0.62"/>
              <dgm:constr type="w" for="ch" forName="c18" refType="w" fact="0.11"/>
              <dgm:constr type="h" for="ch" forName="c18" refType="w" refFor="ch" refForName="c18"/>
            </dgm:constrLst>
            <dgm:layoutNode name="parTx1"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7">
              <dgm:if name="Name8" axis="ch" ptType="node" func="cnt" op="gte" val="1">
                <dgm:layoutNode name="desTx1" styleLbl="revTx">
                  <dgm:varLst>
                    <dgm:bulletEnabled val="1"/>
                  </dgm:varLst>
                  <dgm:choose name="Name9">
                    <dgm:if name="Name10" axis="ch" ptType="node" func="cnt" op="equ" val="1">
                      <dgm:alg type="tx">
                        <dgm:param type="shpTxLTRAlignCh" val="l"/>
                      </dgm:alg>
                    </dgm:if>
                    <dgm:else name="Name11">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2"/>
            </dgm:choose>
            <dgm:layoutNode name="c1" styleLbl="node1">
              <dgm:alg type="sp"/>
              <dgm:shape xmlns:r="http://schemas.openxmlformats.org/officeDocument/2006/relationships" type="ellipse" r:blip="">
                <dgm:adjLst/>
              </dgm:shape>
              <dgm:presOf/>
            </dgm:layoutNode>
            <dgm:layoutNode name="c2" styleLbl="node1">
              <dgm:alg type="sp"/>
              <dgm:shape xmlns:r="http://schemas.openxmlformats.org/officeDocument/2006/relationships" type="ellipse" r:blip="">
                <dgm:adjLst/>
              </dgm:shape>
              <dgm:presOf/>
            </dgm:layoutNode>
            <dgm:layoutNode name="c3" styleLbl="node1">
              <dgm:alg type="sp"/>
              <dgm:shape xmlns:r="http://schemas.openxmlformats.org/officeDocument/2006/relationships" type="ellipse" r:blip="">
                <dgm:adjLst/>
              </dgm:shape>
              <dgm:presOf/>
            </dgm:layoutNode>
            <dgm:layoutNode name="c4" styleLbl="node1">
              <dgm:alg type="sp"/>
              <dgm:shape xmlns:r="http://schemas.openxmlformats.org/officeDocument/2006/relationships" type="ellipse" r:blip="">
                <dgm:adjLst/>
              </dgm:shape>
              <dgm:presOf/>
            </dgm:layoutNode>
            <dgm:layoutNode name="c5" styleLbl="node1">
              <dgm:alg type="sp"/>
              <dgm:shape xmlns:r="http://schemas.openxmlformats.org/officeDocument/2006/relationships" type="ellipse" r:blip="">
                <dgm:adjLst/>
              </dgm:shape>
              <dgm:presOf/>
            </dgm:layoutNode>
            <dgm:layoutNode name="c6" styleLbl="node1">
              <dgm:alg type="sp"/>
              <dgm:shape xmlns:r="http://schemas.openxmlformats.org/officeDocument/2006/relationships" type="ellipse" r:blip="">
                <dgm:adjLst/>
              </dgm:shape>
              <dgm:presOf/>
            </dgm:layoutNode>
            <dgm:layoutNode name="c7" styleLbl="node1">
              <dgm:alg type="sp"/>
              <dgm:shape xmlns:r="http://schemas.openxmlformats.org/officeDocument/2006/relationships" type="ellipse" r:blip="">
                <dgm:adjLst/>
              </dgm:shape>
              <dgm:presOf/>
            </dgm:layoutNode>
            <dgm:layoutNode name="c8" styleLbl="node1">
              <dgm:alg type="sp"/>
              <dgm:shape xmlns:r="http://schemas.openxmlformats.org/officeDocument/2006/relationships" type="ellipse" r:blip="">
                <dgm:adjLst/>
              </dgm:shape>
              <dgm:presOf/>
            </dgm:layoutNode>
            <dgm:layoutNode name="c9" styleLbl="node1">
              <dgm:alg type="sp"/>
              <dgm:shape xmlns:r="http://schemas.openxmlformats.org/officeDocument/2006/relationships" type="ellipse" r:blip="">
                <dgm:adjLst/>
              </dgm:shape>
              <dgm:presOf/>
            </dgm:layoutNode>
            <dgm:layoutNode name="c10" styleLbl="node1">
              <dgm:alg type="sp"/>
              <dgm:shape xmlns:r="http://schemas.openxmlformats.org/officeDocument/2006/relationships" type="ellipse" r:blip="">
                <dgm:adjLst/>
              </dgm:shape>
              <dgm:presOf/>
            </dgm:layoutNode>
            <dgm:layoutNode name="c11" styleLbl="node1">
              <dgm:alg type="sp"/>
              <dgm:shape xmlns:r="http://schemas.openxmlformats.org/officeDocument/2006/relationships" type="ellipse" r:blip="">
                <dgm:adjLst/>
              </dgm:shape>
              <dgm:presOf/>
            </dgm:layoutNode>
            <dgm:layoutNode name="c12" styleLbl="node1">
              <dgm:alg type="sp"/>
              <dgm:shape xmlns:r="http://schemas.openxmlformats.org/officeDocument/2006/relationships" type="ellipse" r:blip="">
                <dgm:adjLst/>
              </dgm:shape>
              <dgm:presOf/>
            </dgm:layoutNode>
            <dgm:layoutNode name="c13" styleLbl="node1">
              <dgm:alg type="sp"/>
              <dgm:shape xmlns:r="http://schemas.openxmlformats.org/officeDocument/2006/relationships" type="ellipse" r:blip="">
                <dgm:adjLst/>
              </dgm:shape>
              <dgm:presOf/>
            </dgm:layoutNode>
            <dgm:layoutNode name="c14" styleLbl="node1">
              <dgm:alg type="sp"/>
              <dgm:shape xmlns:r="http://schemas.openxmlformats.org/officeDocument/2006/relationships" type="ellipse" r:blip="">
                <dgm:adjLst/>
              </dgm:shape>
              <dgm:presOf/>
            </dgm:layoutNode>
            <dgm:layoutNode name="c15" styleLbl="node1">
              <dgm:alg type="sp"/>
              <dgm:shape xmlns:r="http://schemas.openxmlformats.org/officeDocument/2006/relationships" type="ellipse" r:blip="">
                <dgm:adjLst/>
              </dgm:shape>
              <dgm:presOf/>
            </dgm:layoutNode>
            <dgm:layoutNode name="c16" styleLbl="node1">
              <dgm:alg type="sp"/>
              <dgm:shape xmlns:r="http://schemas.openxmlformats.org/officeDocument/2006/relationships" type="ellipse" r:blip="">
                <dgm:adjLst/>
              </dgm:shape>
              <dgm:presOf/>
            </dgm:layoutNode>
            <dgm:layoutNode name="c17" styleLbl="node1">
              <dgm:alg type="sp"/>
              <dgm:shape xmlns:r="http://schemas.openxmlformats.org/officeDocument/2006/relationships" type="ellipse" r:blip="">
                <dgm:adjLst/>
              </dgm:shape>
              <dgm:presOf/>
            </dgm:layoutNode>
            <dgm:layoutNode name="c18" styleLbl="node1">
              <dgm:alg type="sp"/>
              <dgm:shape xmlns:r="http://schemas.openxmlformats.org/officeDocument/2006/relationships" type="ellipse" r:blip="">
                <dgm:adjLst/>
              </dgm:shape>
              <dgm:presOf/>
            </dgm:layoutNode>
          </dgm:layoutNode>
        </dgm:if>
        <dgm:if name="Name13" axis="self" ptType="node" func="revPos" op="equ" val="1">
          <dgm:layoutNode name="last">
            <dgm:alg type="composite"/>
            <dgm:shape xmlns:r="http://schemas.openxmlformats.org/officeDocument/2006/relationships" r:blip="">
              <dgm:adjLst/>
            </dgm:shape>
            <dgm:presOf/>
            <dgm:constrLst>
              <dgm:constr type="ctrX" for="ch" forName="circleTx" refType="w" fact="0.5"/>
              <dgm:constr type="t" for="ch" forName="circleTx" refType="w" fact="0.117"/>
              <dgm:constr type="w" for="ch" forName="circleTx" refType="h" refFor="ch" refForName="circleTx"/>
              <dgm:constr type="h" for="ch" forName="circleTx" refType="w" fact="0.85"/>
              <dgm:constr type="l" for="ch" forName="desTxN"/>
              <dgm:constr type="b" for="ch" forName="desTxN" refType="h"/>
              <dgm:constr type="w" for="ch" forName="desTxN" refType="w"/>
              <dgm:constr type="h" for="ch" forName="desTxN" refType="h" fact="0.37"/>
              <dgm:constr type="ctrX" for="ch" forName="spN" refType="w" fact="0.5"/>
              <dgm:constr type="t" for="ch" forName="spN"/>
              <dgm:constr type="w" for="ch" forName="spN" refType="w" fact="0.93"/>
              <dgm:constr type="h" for="ch" forName="spN" refType="h" fact="0.01"/>
            </dgm:constrLst>
            <dgm:layoutNode name="circleTx" styleLbl="node1">
              <dgm:alg type="tx"/>
              <dgm:shape xmlns:r="http://schemas.openxmlformats.org/officeDocument/2006/relationships" type="ellipse" r:blip="">
                <dgm:adjLst/>
              </dgm:shape>
              <dgm:presOf axis="self" ptType="node"/>
              <dgm:constrLst>
                <dgm:constr type="lMarg"/>
                <dgm:constr type="rMarg"/>
                <dgm:constr type="tMarg"/>
                <dgm:constr type="bMarg"/>
              </dgm:constrLst>
              <dgm:ruleLst>
                <dgm:rule type="primFontSz" val="5" fact="NaN" max="NaN"/>
              </dgm:ruleLst>
            </dgm:layoutNode>
            <dgm:choose name="Name14">
              <dgm:if name="Name15" axis="ch" ptType="node" func="cnt" op="gte" val="1">
                <dgm:layoutNode name="desTxN" styleLbl="revTx">
                  <dgm:varLst>
                    <dgm:bulletEnabled val="1"/>
                  </dgm:varLst>
                  <dgm:choose name="Name16">
                    <dgm:if name="Name17" axis="ch" ptType="node" func="cnt" op="equ" val="1">
                      <dgm:alg type="tx">
                        <dgm:param type="shpTxLTRAlignCh" val="l"/>
                      </dgm:alg>
                    </dgm:if>
                    <dgm:else name="Name18">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9"/>
            </dgm:choose>
            <dgm:layoutNode name="spN">
              <dgm:alg type="sp"/>
              <dgm:shape xmlns:r="http://schemas.openxmlformats.org/officeDocument/2006/relationships" r:blip="">
                <dgm:adjLst/>
              </dgm:shape>
              <dgm:presOf/>
            </dgm:layoutNode>
          </dgm:layoutNode>
        </dgm:if>
        <dgm:else name="Name20">
          <dgm:layoutNode name="middle">
            <dgm:alg type="composite"/>
            <dgm:shape xmlns:r="http://schemas.openxmlformats.org/officeDocument/2006/relationships" r:blip="">
              <dgm:adjLst/>
            </dgm:shape>
            <dgm:presOf/>
            <dgm:constrLst>
              <dgm:constr type="l" for="ch" forName="parTxMid"/>
              <dgm:constr type="t" for="ch" forName="parTxMid" refType="w" fact="0.167"/>
              <dgm:constr type="w" for="ch" forName="parTxMid" refType="w"/>
              <dgm:constr type="h" for="ch" forName="parTxMid" refType="w" fact="0.7"/>
              <dgm:constr type="l" for="ch" forName="desTxMid"/>
              <dgm:constr type="b" for="ch" forName="desTxMid" refType="h"/>
              <dgm:constr type="w" for="ch" forName="desTxMid" refType="w"/>
              <dgm:constr type="h" for="ch" forName="desTxMid" refType="h" fact="0.37"/>
              <dgm:constr type="ctrX" for="ch" forName="spMid" refType="w" fact="0.5"/>
              <dgm:constr type="t" for="ch" forName="spMid"/>
              <dgm:constr type="w" for="ch" forName="spMid" refType="w" fact="0.01"/>
              <dgm:constr type="h" for="ch" forName="spMid" refType="h" fact="0.01"/>
            </dgm:constrLst>
            <dgm:layoutNode name="parTxMid"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1">
              <dgm:if name="Name22" axis="ch" ptType="node" func="cnt" op="gte" val="1">
                <dgm:layoutNode name="desTxMid" styleLbl="revTx">
                  <dgm:varLst>
                    <dgm:bulletEnabled val="1"/>
                  </dgm:varLst>
                  <dgm:choose name="Name23">
                    <dgm:if name="Name24" axis="ch" ptType="node" func="cnt" op="equ" val="1">
                      <dgm:alg type="tx">
                        <dgm:param type="shpTxLTRAlignCh" val="l"/>
                      </dgm:alg>
                    </dgm:if>
                    <dgm:else name="Name25">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26"/>
            </dgm:choose>
            <dgm:layoutNode name="spMid">
              <dgm:alg type="sp"/>
              <dgm:shape xmlns:r="http://schemas.openxmlformats.org/officeDocument/2006/relationships" r:blip="">
                <dgm:adjLst/>
              </dgm:shape>
              <dgm:presOf/>
            </dgm:layoutNode>
          </dgm:layoutNode>
        </dgm:else>
      </dgm:choose>
      <dgm:forEach name="Name27" axis="followSib" ptType="sibTrans" cnt="1">
        <dgm:layoutNode name="chevronComposite1" styleLbl="alignImgPlace1">
          <dgm:alg type="composite"/>
          <dgm:shape xmlns:r="http://schemas.openxmlformats.org/officeDocument/2006/relationships" r:blip="">
            <dgm:adjLst/>
          </dgm:shape>
          <dgm:presOf/>
          <dgm:constrLst>
            <dgm:constr type="l" for="ch" forName="chevron1"/>
            <dgm:constr type="t" for="ch" forName="chevron1" refType="h" fact="0.1923"/>
            <dgm:constr type="w" for="ch" forName="chevron1" refType="w"/>
            <dgm:constr type="b" for="ch" forName="chevron1" refType="h"/>
            <dgm:constr type="l" for="ch" forName="spChevron1"/>
            <dgm:constr type="t" for="ch" forName="spChevron1"/>
            <dgm:constr type="w" for="ch" forName="spChevron1" refType="w" fact="0.01"/>
            <dgm:constr type="h" for="ch" forName="spChevron1" refType="h" fact="0.01"/>
          </dgm:constrLst>
          <dgm:layoutNode name="chevron1">
            <dgm:alg type="sp"/>
            <dgm:choose name="Name28">
              <dgm:if name="Name29" func="var" arg="dir" op="equ" val="norm">
                <dgm:shape xmlns:r="http://schemas.openxmlformats.org/officeDocument/2006/relationships" type="chevron" r:blip="">
                  <dgm:adjLst>
                    <dgm:adj idx="1" val="0.6231"/>
                  </dgm:adjLst>
                </dgm:shape>
              </dgm:if>
              <dgm:else name="Name30">
                <dgm:shape xmlns:r="http://schemas.openxmlformats.org/officeDocument/2006/relationships" rot="180" type="chevron" r:blip="">
                  <dgm:adjLst>
                    <dgm:adj idx="1" val="0.6231"/>
                  </dgm:adjLst>
                </dgm:shape>
              </dgm:else>
            </dgm:choose>
            <dgm:presOf/>
          </dgm:layoutNode>
          <dgm:layoutNode name="spChevron1">
            <dgm:alg type="sp"/>
            <dgm:shape xmlns:r="http://schemas.openxmlformats.org/officeDocument/2006/relationships" r:blip="">
              <dgm:adjLst/>
            </dgm:shape>
            <dgm:presOf/>
          </dgm:layoutNode>
        </dgm:layoutNode>
        <dgm:choose name="Name31">
          <dgm:if name="Name32" axis="root ch" ptType="all node" func="cnt" op="equ" val="2">
            <dgm:layoutNode name="overlap">
              <dgm:alg type="sp"/>
              <dgm:shape xmlns:r="http://schemas.openxmlformats.org/officeDocument/2006/relationships" r:blip="">
                <dgm:adjLst/>
              </dgm:shape>
              <dgm:presOf/>
            </dgm:layoutNode>
            <dgm:layoutNode name="chevronComposite2" styleLbl="alignImgPlace1">
              <dgm:alg type="composite"/>
              <dgm:shape xmlns:r="http://schemas.openxmlformats.org/officeDocument/2006/relationships" r:blip="">
                <dgm:adjLst/>
              </dgm:shape>
              <dgm:presOf/>
              <dgm:constrLst>
                <dgm:constr type="l" for="ch" forName="chevron2"/>
                <dgm:constr type="t" for="ch" forName="chevron2" refType="h" fact="0.1923"/>
                <dgm:constr type="w" for="ch" forName="chevron2" refType="w"/>
                <dgm:constr type="b" for="ch" forName="chevron2" refType="h"/>
                <dgm:constr type="l" for="ch" forName="spChevron2"/>
                <dgm:constr type="t" for="ch" forName="spChevron2"/>
                <dgm:constr type="w" for="ch" forName="spChevron2" refType="w" fact="0.01"/>
                <dgm:constr type="h" for="ch" forName="spChevron2" refType="h" fact="0.01"/>
              </dgm:constrLst>
              <dgm:layoutNode name="chevron2">
                <dgm:alg type="sp"/>
                <dgm:choose name="Name33">
                  <dgm:if name="Name34" func="var" arg="dir" op="equ" val="norm">
                    <dgm:shape xmlns:r="http://schemas.openxmlformats.org/officeDocument/2006/relationships" type="chevron" r:blip="">
                      <dgm:adjLst>
                        <dgm:adj idx="1" val="0.6231"/>
                      </dgm:adjLst>
                    </dgm:shape>
                  </dgm:if>
                  <dgm:else name="Name35">
                    <dgm:shape xmlns:r="http://schemas.openxmlformats.org/officeDocument/2006/relationships" rot="180" type="chevron" r:blip="">
                      <dgm:adjLst>
                        <dgm:adj idx="1" val="0.6231"/>
                      </dgm:adjLst>
                    </dgm:shape>
                  </dgm:else>
                </dgm:choose>
                <dgm:presOf/>
              </dgm:layoutNode>
              <dgm:layoutNode name="spChevron2">
                <dgm:alg type="sp"/>
                <dgm:shape xmlns:r="http://schemas.openxmlformats.org/officeDocument/2006/relationships" r:blip="">
                  <dgm:adjLst/>
                </dgm:shape>
                <dgm:presOf/>
              </dgm:layoutNode>
            </dgm:layoutNode>
          </dgm:if>
          <dgm:else name="Name36"/>
        </dgm:choos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4.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B698C0E1-628D-4A29-932B-81EFC1D54B0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a:extLst>
              <a:ext uri="{FF2B5EF4-FFF2-40B4-BE49-F238E27FC236}">
                <a16:creationId xmlns:a16="http://schemas.microsoft.com/office/drawing/2014/main" id="{8E4E1657-5A73-426A-A66E-C4F85559BE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9082712-735A-41E6-9D1A-870E4D98DE51}" type="datetime1">
              <a:rPr lang="fr-FR" smtClean="0"/>
              <a:t>16/04/2026</a:t>
            </a:fld>
            <a:endParaRPr lang="fr-FR"/>
          </a:p>
        </p:txBody>
      </p:sp>
      <p:sp>
        <p:nvSpPr>
          <p:cNvPr id="4" name="Espace réservé du pied de page 3">
            <a:extLst>
              <a:ext uri="{FF2B5EF4-FFF2-40B4-BE49-F238E27FC236}">
                <a16:creationId xmlns:a16="http://schemas.microsoft.com/office/drawing/2014/main" id="{DBBF12EE-0BCA-4112-A66D-A1C7DDACEE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a:extLst>
              <a:ext uri="{FF2B5EF4-FFF2-40B4-BE49-F238E27FC236}">
                <a16:creationId xmlns:a16="http://schemas.microsoft.com/office/drawing/2014/main" id="{8059303C-1C5B-4166-91D0-954E1FF8A25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221B084-08CE-4CE2-A230-03FB2D2096EE}" type="slidenum">
              <a:rPr lang="fr-FR" smtClean="0"/>
              <a:t>‹N°›</a:t>
            </a:fld>
            <a:endParaRPr lang="fr-FR"/>
          </a:p>
        </p:txBody>
      </p:sp>
    </p:spTree>
    <p:extLst>
      <p:ext uri="{BB962C8B-B14F-4D97-AF65-F5344CB8AC3E}">
        <p14:creationId xmlns:p14="http://schemas.microsoft.com/office/powerpoint/2010/main" val="5396255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A9EBE542-3726-4CE8-A1CA-5A9C449F35E9}" type="datetime1">
              <a:rPr lang="fr-FR" noProof="0" smtClean="0"/>
              <a:t>16/04/2026</a:t>
            </a:fld>
            <a:endParaRPr lang="fr-FR" noProof="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B4B07EB-3CEE-4B2A-A06F-03C965D4E9F1}" type="slidenum">
              <a:rPr lang="fr-FR" noProof="0" smtClean="0"/>
              <a:t>‹N°›</a:t>
            </a:fld>
            <a:endParaRPr lang="fr-FR" noProof="0"/>
          </a:p>
        </p:txBody>
      </p:sp>
    </p:spTree>
    <p:extLst>
      <p:ext uri="{BB962C8B-B14F-4D97-AF65-F5344CB8AC3E}">
        <p14:creationId xmlns:p14="http://schemas.microsoft.com/office/powerpoint/2010/main" val="20762973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creativecommons.org/licenses/by-sa/4.0/deed.fr" TargetMode="External"/><Relationship Id="rId2" Type="http://schemas.openxmlformats.org/officeDocument/2006/relationships/image" Target="../media/image3.jp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G - Couverture">
    <p:spTree>
      <p:nvGrpSpPr>
        <p:cNvPr id="1" name=""/>
        <p:cNvGrpSpPr/>
        <p:nvPr/>
      </p:nvGrpSpPr>
      <p:grpSpPr>
        <a:xfrm>
          <a:off x="0" y="0"/>
          <a:ext cx="0" cy="0"/>
          <a:chOff x="0" y="0"/>
          <a:chExt cx="0" cy="0"/>
        </a:xfrm>
      </p:grpSpPr>
      <p:pic>
        <p:nvPicPr>
          <p:cNvPr id="6" name="Image 5" descr="Une image contenant motif, blanc, conception, noir et blanc&#10;&#10;Le contenu généré par l’IA peut être incorrect.">
            <a:extLst>
              <a:ext uri="{FF2B5EF4-FFF2-40B4-BE49-F238E27FC236}">
                <a16:creationId xmlns:a16="http://schemas.microsoft.com/office/drawing/2014/main" id="{C1C11B71-70FD-3FA4-FED8-1976A7E0E6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6425" y="0"/>
            <a:ext cx="12798425" cy="7199630"/>
          </a:xfrm>
          <a:prstGeom prst="rect">
            <a:avLst/>
          </a:prstGeom>
        </p:spPr>
      </p:pic>
      <p:sp>
        <p:nvSpPr>
          <p:cNvPr id="2" name="Titre 1">
            <a:extLst>
              <a:ext uri="{FF2B5EF4-FFF2-40B4-BE49-F238E27FC236}">
                <a16:creationId xmlns:a16="http://schemas.microsoft.com/office/drawing/2014/main" id="{7E4180E6-AF13-C580-50DF-6B75D0CAC645}"/>
              </a:ext>
            </a:extLst>
          </p:cNvPr>
          <p:cNvSpPr>
            <a:spLocks noGrp="1"/>
          </p:cNvSpPr>
          <p:nvPr>
            <p:ph type="title" hasCustomPrompt="1"/>
          </p:nvPr>
        </p:nvSpPr>
        <p:spPr>
          <a:xfrm>
            <a:off x="838200" y="3983191"/>
            <a:ext cx="7779327" cy="1466261"/>
          </a:xfrm>
        </p:spPr>
        <p:txBody>
          <a:bodyPr anchor="t" anchorCtr="0">
            <a:normAutofit/>
          </a:bodyPr>
          <a:lstStyle>
            <a:lvl1pPr>
              <a:defRPr sz="2800">
                <a:solidFill>
                  <a:srgbClr val="D1282E"/>
                </a:solidFill>
              </a:defRPr>
            </a:lvl1pPr>
          </a:lstStyle>
          <a:p>
            <a:r>
              <a:rPr lang="fr-FR" dirty="0"/>
              <a:t>Modifiez le style du sous-titre</a:t>
            </a:r>
          </a:p>
        </p:txBody>
      </p:sp>
      <p:sp>
        <p:nvSpPr>
          <p:cNvPr id="3" name="Espace réservé de la date 2">
            <a:extLst>
              <a:ext uri="{FF2B5EF4-FFF2-40B4-BE49-F238E27FC236}">
                <a16:creationId xmlns:a16="http://schemas.microsoft.com/office/drawing/2014/main" id="{7927F731-030A-657F-709A-2C78DC1A87F9}"/>
              </a:ext>
            </a:extLst>
          </p:cNvPr>
          <p:cNvSpPr>
            <a:spLocks noGrp="1"/>
          </p:cNvSpPr>
          <p:nvPr>
            <p:ph type="dt" sz="half" idx="10"/>
          </p:nvPr>
        </p:nvSpPr>
        <p:spPr>
          <a:xfrm>
            <a:off x="838200" y="5571259"/>
            <a:ext cx="936000" cy="365125"/>
          </a:xfrm>
        </p:spPr>
        <p:txBody>
          <a:bodyPr/>
          <a:lstStyle>
            <a:lvl1pPr algn="ctr">
              <a:defRPr>
                <a:solidFill>
                  <a:schemeClr val="tx1"/>
                </a:solidFill>
              </a:defRPr>
            </a:lvl1pPr>
          </a:lstStyle>
          <a:p>
            <a:r>
              <a:rPr lang="fr-FR"/>
              <a:t>16/04/2026</a:t>
            </a:r>
            <a:endParaRPr lang="fr-FR" dirty="0"/>
          </a:p>
        </p:txBody>
      </p:sp>
      <p:sp>
        <p:nvSpPr>
          <p:cNvPr id="4" name="Espace réservé du pied de page 3">
            <a:extLst>
              <a:ext uri="{FF2B5EF4-FFF2-40B4-BE49-F238E27FC236}">
                <a16:creationId xmlns:a16="http://schemas.microsoft.com/office/drawing/2014/main" id="{1E85BF56-A17F-46A1-4B82-A0FD5C49FE23}"/>
              </a:ext>
            </a:extLst>
          </p:cNvPr>
          <p:cNvSpPr>
            <a:spLocks noGrp="1"/>
          </p:cNvSpPr>
          <p:nvPr>
            <p:ph type="ftr" sz="quarter" idx="11"/>
          </p:nvPr>
        </p:nvSpPr>
        <p:spPr>
          <a:xfrm>
            <a:off x="838200" y="1865745"/>
            <a:ext cx="7779327" cy="2117446"/>
          </a:xfrm>
        </p:spPr>
        <p:txBody>
          <a:bodyPr anchor="b" anchorCtr="0"/>
          <a:lstStyle>
            <a:lvl1pPr>
              <a:defRPr sz="4400">
                <a:solidFill>
                  <a:schemeClr val="tx1"/>
                </a:solidFill>
              </a:defRPr>
            </a:lvl1pPr>
          </a:lstStyle>
          <a:p>
            <a:pPr algn="l"/>
            <a:r>
              <a:rPr lang="fr-FR"/>
              <a:t>IA - Vers une approche globale de gestion des risques</a:t>
            </a:r>
            <a:endParaRPr lang="fr-FR" dirty="0"/>
          </a:p>
        </p:txBody>
      </p:sp>
      <p:pic>
        <p:nvPicPr>
          <p:cNvPr id="7" name="Picture 2" descr="Résultat de recherche d'images pour &quot;cc by sa png&quot;&quot;">
            <a:hlinkClick r:id="rId3"/>
            <a:extLst>
              <a:ext uri="{FF2B5EF4-FFF2-40B4-BE49-F238E27FC236}">
                <a16:creationId xmlns:a16="http://schemas.microsoft.com/office/drawing/2014/main" id="{7F9C48D4-BBE0-F4F1-C192-B290D76EC6C7}"/>
              </a:ext>
            </a:extLst>
          </p:cNvPr>
          <p:cNvPicPr>
            <a:picLocks noChangeAspect="1" noChangeArrowheads="1"/>
          </p:cNvPicPr>
          <p:nvPr userDrawn="1"/>
        </p:nvPicPr>
        <p:blipFill>
          <a:blip r:embed="rId4" cstate="print"/>
          <a:srcRect/>
          <a:stretch>
            <a:fillRect/>
          </a:stretch>
        </p:blipFill>
        <p:spPr bwMode="auto">
          <a:xfrm>
            <a:off x="4524695" y="5571259"/>
            <a:ext cx="1080000" cy="380531"/>
          </a:xfrm>
          <a:prstGeom prst="rect">
            <a:avLst/>
          </a:prstGeom>
          <a:noFill/>
        </p:spPr>
      </p:pic>
      <p:pic>
        <p:nvPicPr>
          <p:cNvPr id="9" name="Image 8" descr="Une image contenant art, capture d’écran, Rectangle, motif&#10;&#10;Description générée automatiquement">
            <a:extLst>
              <a:ext uri="{FF2B5EF4-FFF2-40B4-BE49-F238E27FC236}">
                <a16:creationId xmlns:a16="http://schemas.microsoft.com/office/drawing/2014/main" id="{9F640D87-18A9-EADF-6742-379B518B361A}"/>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13327" y="365126"/>
            <a:ext cx="669600" cy="669600"/>
          </a:xfrm>
          <a:prstGeom prst="rect">
            <a:avLst/>
          </a:prstGeom>
        </p:spPr>
      </p:pic>
      <p:sp>
        <p:nvSpPr>
          <p:cNvPr id="10" name="Espace réservé du texte 12">
            <a:extLst>
              <a:ext uri="{FF2B5EF4-FFF2-40B4-BE49-F238E27FC236}">
                <a16:creationId xmlns:a16="http://schemas.microsoft.com/office/drawing/2014/main" id="{033FFCB1-0C56-C159-1416-E8F8E2314BF6}"/>
              </a:ext>
            </a:extLst>
          </p:cNvPr>
          <p:cNvSpPr>
            <a:spLocks noGrp="1"/>
          </p:cNvSpPr>
          <p:nvPr>
            <p:ph type="body" sz="quarter" idx="14" hasCustomPrompt="1"/>
          </p:nvPr>
        </p:nvSpPr>
        <p:spPr>
          <a:xfrm>
            <a:off x="2091032" y="5561099"/>
            <a:ext cx="900000" cy="363600"/>
          </a:xfrm>
          <a:solidFill>
            <a:schemeClr val="tx1"/>
          </a:solidFill>
        </p:spPr>
        <p:txBody>
          <a:bodyPr vert="horz" lIns="91440" tIns="45720" rIns="91440" bIns="45720" rtlCol="0" anchor="ctr"/>
          <a:lstStyle>
            <a:lvl1pPr marL="0" indent="0" algn="ctr">
              <a:buNone/>
              <a:defRPr lang="fr-FR" sz="1200" b="1" dirty="0">
                <a:solidFill>
                  <a:schemeClr val="bg1"/>
                </a:solidFill>
              </a:defRPr>
            </a:lvl1pPr>
          </a:lstStyle>
          <a:p>
            <a:pPr marL="0" lvl="0"/>
            <a:r>
              <a:rPr lang="fr-FR" dirty="0"/>
              <a:t>TLP:{Diffusion}</a:t>
            </a:r>
          </a:p>
        </p:txBody>
      </p:sp>
      <p:sp>
        <p:nvSpPr>
          <p:cNvPr id="8" name="Espace réservé du texte 7">
            <a:extLst>
              <a:ext uri="{FF2B5EF4-FFF2-40B4-BE49-F238E27FC236}">
                <a16:creationId xmlns:a16="http://schemas.microsoft.com/office/drawing/2014/main" id="{73484C75-F096-3044-1BA7-B51CE813DE0A}"/>
              </a:ext>
            </a:extLst>
          </p:cNvPr>
          <p:cNvSpPr>
            <a:spLocks noGrp="1"/>
          </p:cNvSpPr>
          <p:nvPr>
            <p:ph type="body" sz="quarter" idx="15" hasCustomPrompt="1"/>
          </p:nvPr>
        </p:nvSpPr>
        <p:spPr>
          <a:xfrm>
            <a:off x="3307864" y="5561099"/>
            <a:ext cx="900000" cy="363600"/>
          </a:xfrm>
          <a:solidFill>
            <a:schemeClr val="tx1"/>
          </a:solidFill>
        </p:spPr>
        <p:txBody>
          <a:bodyPr anchor="ctr" anchorCtr="0">
            <a:normAutofit/>
          </a:bodyPr>
          <a:lstStyle>
            <a:lvl1pPr marL="0" indent="0" algn="ctr">
              <a:buNone/>
              <a:defRPr sz="1200" b="1">
                <a:solidFill>
                  <a:schemeClr val="bg1"/>
                </a:solidFill>
              </a:defRPr>
            </a:lvl1pPr>
          </a:lstStyle>
          <a:p>
            <a:pPr lvl="0"/>
            <a:r>
              <a:rPr lang="fr-FR" dirty="0"/>
              <a:t>PAP:{Utilisation}</a:t>
            </a:r>
          </a:p>
        </p:txBody>
      </p:sp>
    </p:spTree>
    <p:extLst>
      <p:ext uri="{BB962C8B-B14F-4D97-AF65-F5344CB8AC3E}">
        <p14:creationId xmlns:p14="http://schemas.microsoft.com/office/powerpoint/2010/main" val="1318496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G - Plan">
    <p:bg>
      <p:bgPr>
        <a:solidFill>
          <a:schemeClr val="bg2"/>
        </a:solidFill>
        <a:effectLst/>
      </p:bgPr>
    </p:bg>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6175B489-C82D-7854-18D3-A92116C2BD8C}"/>
              </a:ext>
            </a:extLst>
          </p:cNvPr>
          <p:cNvSpPr>
            <a:spLocks noGrp="1"/>
          </p:cNvSpPr>
          <p:nvPr>
            <p:ph type="dt" sz="half" idx="10"/>
          </p:nvPr>
        </p:nvSpPr>
        <p:spPr/>
        <p:txBody>
          <a:bodyPr/>
          <a:lstStyle/>
          <a:p>
            <a:r>
              <a:rPr lang="fr-FR"/>
              <a:t>16/04/2026</a:t>
            </a:r>
            <a:endParaRPr lang="fr-FR" dirty="0"/>
          </a:p>
        </p:txBody>
      </p:sp>
      <p:sp>
        <p:nvSpPr>
          <p:cNvPr id="5" name="Espace réservé du pied de page 4">
            <a:extLst>
              <a:ext uri="{FF2B5EF4-FFF2-40B4-BE49-F238E27FC236}">
                <a16:creationId xmlns:a16="http://schemas.microsoft.com/office/drawing/2014/main" id="{C0583ECB-3D60-5BF4-13D9-930930A3B0D5}"/>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6" name="Espace réservé du numéro de diapositive 5">
            <a:extLst>
              <a:ext uri="{FF2B5EF4-FFF2-40B4-BE49-F238E27FC236}">
                <a16:creationId xmlns:a16="http://schemas.microsoft.com/office/drawing/2014/main" id="{DE28DF96-1B08-EF1C-B572-3EE9A87DDF4C}"/>
              </a:ext>
            </a:extLst>
          </p:cNvPr>
          <p:cNvSpPr>
            <a:spLocks noGrp="1"/>
          </p:cNvSpPr>
          <p:nvPr>
            <p:ph type="sldNum" sz="quarter" idx="12"/>
          </p:nvPr>
        </p:nvSpPr>
        <p:spPr/>
        <p:txBody>
          <a:bodyPr/>
          <a:lstStyle/>
          <a:p>
            <a:fld id="{294A09A9-5501-47C1-A89A-A340965A2BE2}" type="slidenum">
              <a:rPr lang="fr-FR" smtClean="0"/>
              <a:pPr/>
              <a:t>‹N°›</a:t>
            </a:fld>
            <a:endParaRPr lang="fr-FR"/>
          </a:p>
        </p:txBody>
      </p:sp>
      <p:sp>
        <p:nvSpPr>
          <p:cNvPr id="20" name="Titre 1">
            <a:extLst>
              <a:ext uri="{FF2B5EF4-FFF2-40B4-BE49-F238E27FC236}">
                <a16:creationId xmlns:a16="http://schemas.microsoft.com/office/drawing/2014/main" id="{245CB617-4828-4840-6A97-8C23899AA5FF}"/>
              </a:ext>
            </a:extLst>
          </p:cNvPr>
          <p:cNvSpPr>
            <a:spLocks noGrp="1"/>
          </p:cNvSpPr>
          <p:nvPr>
            <p:ph type="title"/>
          </p:nvPr>
        </p:nvSpPr>
        <p:spPr>
          <a:xfrm>
            <a:off x="1237674" y="365126"/>
            <a:ext cx="10116126" cy="669348"/>
          </a:xfrm>
        </p:spPr>
        <p:txBody>
          <a:bodyPr/>
          <a:lstStyle/>
          <a:p>
            <a:r>
              <a:rPr lang="fr-FR" dirty="0"/>
              <a:t>Modifiez le style du titre</a:t>
            </a:r>
          </a:p>
        </p:txBody>
      </p:sp>
      <p:sp>
        <p:nvSpPr>
          <p:cNvPr id="22" name="Espace réservé du contenu 3">
            <a:extLst>
              <a:ext uri="{FF2B5EF4-FFF2-40B4-BE49-F238E27FC236}">
                <a16:creationId xmlns:a16="http://schemas.microsoft.com/office/drawing/2014/main" id="{67A9DC0C-15D6-E581-9905-E272E3FB7652}"/>
              </a:ext>
            </a:extLst>
          </p:cNvPr>
          <p:cNvSpPr>
            <a:spLocks noGrp="1"/>
          </p:cNvSpPr>
          <p:nvPr>
            <p:ph sz="half" idx="2"/>
          </p:nvPr>
        </p:nvSpPr>
        <p:spPr>
          <a:xfrm>
            <a:off x="6172200" y="1825625"/>
            <a:ext cx="5181600" cy="4351338"/>
          </a:xfrm>
        </p:spPr>
        <p:txBody>
          <a:bodyPr/>
          <a:lstStyle>
            <a:lvl1pPr marL="514350" indent="-514350">
              <a:buFont typeface="+mj-lt"/>
              <a:buAutoNum type="arabicPeriod"/>
              <a:defRPr/>
            </a:lvl1pPr>
            <a:lvl2pPr marL="914400" indent="-457200">
              <a:buFont typeface="+mj-lt"/>
              <a:buAutoNum type="alphaLcPeriod"/>
              <a:defRPr/>
            </a:lvl2pPr>
            <a:lvl3pPr marL="1371600" indent="-457200">
              <a:buFont typeface="Arial" panose="020B0604020202020204" pitchFamily="34" charset="0"/>
              <a:buChar char="•"/>
              <a:defRPr/>
            </a:lvl3pPr>
            <a:lvl4pPr marL="1714500" indent="-342900">
              <a:buFont typeface="Arial" panose="020B0604020202020204" pitchFamily="34" charset="0"/>
              <a:buChar char="•"/>
              <a:defRPr/>
            </a:lvl4pPr>
            <a:lvl5pPr marL="2171700" indent="-342900">
              <a:buFont typeface="Arial" panose="020B0604020202020204" pitchFamily="34" charset="0"/>
              <a:buChar char="•"/>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3" name="Espace réservé du texte 10">
            <a:extLst>
              <a:ext uri="{FF2B5EF4-FFF2-40B4-BE49-F238E27FC236}">
                <a16:creationId xmlns:a16="http://schemas.microsoft.com/office/drawing/2014/main" id="{AF18782F-2B7D-B440-E1F0-F54B3BFA7B4F}"/>
              </a:ext>
            </a:extLst>
          </p:cNvPr>
          <p:cNvSpPr>
            <a:spLocks noGrp="1"/>
          </p:cNvSpPr>
          <p:nvPr>
            <p:ph type="body" sz="quarter" idx="13" hasCustomPrompt="1"/>
          </p:nvPr>
        </p:nvSpPr>
        <p:spPr>
          <a:xfrm>
            <a:off x="1237674" y="1061753"/>
            <a:ext cx="10116126" cy="492125"/>
          </a:xfrm>
        </p:spPr>
        <p:txBody>
          <a:bodyPr/>
          <a:lstStyle>
            <a:lvl1pPr marL="0" indent="0">
              <a:spcBef>
                <a:spcPts val="0"/>
              </a:spcBef>
              <a:buNone/>
              <a:defRPr>
                <a:solidFill>
                  <a:srgbClr val="7A7A7A"/>
                </a:solidFill>
              </a:defRPr>
            </a:lvl1pPr>
          </a:lstStyle>
          <a:p>
            <a:pPr lvl="0"/>
            <a:r>
              <a:rPr lang="fr-FR" dirty="0"/>
              <a:t>Cliquez pour modifier le style du sous-titre</a:t>
            </a:r>
          </a:p>
        </p:txBody>
      </p:sp>
      <p:sp>
        <p:nvSpPr>
          <p:cNvPr id="26" name="Espace réservé pour une image  24">
            <a:extLst>
              <a:ext uri="{FF2B5EF4-FFF2-40B4-BE49-F238E27FC236}">
                <a16:creationId xmlns:a16="http://schemas.microsoft.com/office/drawing/2014/main" id="{D9169370-3270-1D65-8A09-589FDD1D6BE4}"/>
              </a:ext>
            </a:extLst>
          </p:cNvPr>
          <p:cNvSpPr>
            <a:spLocks noGrp="1"/>
          </p:cNvSpPr>
          <p:nvPr>
            <p:ph type="pic" sz="quarter" idx="14"/>
          </p:nvPr>
        </p:nvSpPr>
        <p:spPr>
          <a:xfrm>
            <a:off x="838200" y="1825625"/>
            <a:ext cx="5181600" cy="4351338"/>
          </a:xfrm>
        </p:spPr>
        <p:txBody>
          <a:bodyPr/>
          <a:lstStyle/>
          <a:p>
            <a:endParaRPr lang="fr-FR"/>
          </a:p>
        </p:txBody>
      </p:sp>
    </p:spTree>
    <p:extLst>
      <p:ext uri="{BB962C8B-B14F-4D97-AF65-F5344CB8AC3E}">
        <p14:creationId xmlns:p14="http://schemas.microsoft.com/office/powerpoint/2010/main" val="1519146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MG - Section">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26ECA2-CDF6-3840-6C95-688D8BA5BBF6}"/>
              </a:ext>
            </a:extLst>
          </p:cNvPr>
          <p:cNvSpPr>
            <a:spLocks noGrp="1"/>
          </p:cNvSpPr>
          <p:nvPr>
            <p:ph type="ctrTitle" hasCustomPrompt="1"/>
          </p:nvPr>
        </p:nvSpPr>
        <p:spPr>
          <a:xfrm>
            <a:off x="1524000" y="1854199"/>
            <a:ext cx="9144000" cy="1655763"/>
          </a:xfrm>
        </p:spPr>
        <p:txBody>
          <a:bodyPr anchor="b"/>
          <a:lstStyle>
            <a:lvl1pPr algn="ctr">
              <a:defRPr sz="6000"/>
            </a:lvl1pPr>
          </a:lstStyle>
          <a:p>
            <a:r>
              <a:rPr lang="fr-FR" dirty="0"/>
              <a:t>Modifiez le style de section</a:t>
            </a:r>
          </a:p>
        </p:txBody>
      </p:sp>
      <p:sp>
        <p:nvSpPr>
          <p:cNvPr id="3" name="Sous-titre 2">
            <a:extLst>
              <a:ext uri="{FF2B5EF4-FFF2-40B4-BE49-F238E27FC236}">
                <a16:creationId xmlns:a16="http://schemas.microsoft.com/office/drawing/2014/main" id="{A7A78256-8313-1DE4-7931-DDF1C3BB974A}"/>
              </a:ext>
            </a:extLst>
          </p:cNvPr>
          <p:cNvSpPr>
            <a:spLocks noGrp="1"/>
          </p:cNvSpPr>
          <p:nvPr>
            <p:ph type="subTitle" idx="1"/>
          </p:nvPr>
        </p:nvSpPr>
        <p:spPr>
          <a:xfrm>
            <a:off x="1524000" y="3602038"/>
            <a:ext cx="9144000" cy="1655762"/>
          </a:xfrm>
        </p:spPr>
        <p:txBody>
          <a:bodyPr/>
          <a:lstStyle>
            <a:lvl1pPr marL="0" indent="0" algn="ctr">
              <a:buNone/>
              <a:defRPr sz="2400">
                <a:solidFill>
                  <a:srgbClr val="D1282E"/>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sp>
        <p:nvSpPr>
          <p:cNvPr id="4" name="Espace réservé de la date 3">
            <a:extLst>
              <a:ext uri="{FF2B5EF4-FFF2-40B4-BE49-F238E27FC236}">
                <a16:creationId xmlns:a16="http://schemas.microsoft.com/office/drawing/2014/main" id="{6175B489-C82D-7854-18D3-A92116C2BD8C}"/>
              </a:ext>
            </a:extLst>
          </p:cNvPr>
          <p:cNvSpPr>
            <a:spLocks noGrp="1"/>
          </p:cNvSpPr>
          <p:nvPr>
            <p:ph type="dt" sz="half" idx="10"/>
          </p:nvPr>
        </p:nvSpPr>
        <p:spPr/>
        <p:txBody>
          <a:bodyPr/>
          <a:lstStyle/>
          <a:p>
            <a:r>
              <a:rPr lang="fr-FR"/>
              <a:t>16/04/2026</a:t>
            </a:r>
            <a:endParaRPr lang="fr-FR" dirty="0"/>
          </a:p>
        </p:txBody>
      </p:sp>
      <p:sp>
        <p:nvSpPr>
          <p:cNvPr id="5" name="Espace réservé du pied de page 4">
            <a:extLst>
              <a:ext uri="{FF2B5EF4-FFF2-40B4-BE49-F238E27FC236}">
                <a16:creationId xmlns:a16="http://schemas.microsoft.com/office/drawing/2014/main" id="{C0583ECB-3D60-5BF4-13D9-930930A3B0D5}"/>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6" name="Espace réservé du numéro de diapositive 5">
            <a:extLst>
              <a:ext uri="{FF2B5EF4-FFF2-40B4-BE49-F238E27FC236}">
                <a16:creationId xmlns:a16="http://schemas.microsoft.com/office/drawing/2014/main" id="{DE28DF96-1B08-EF1C-B572-3EE9A87DDF4C}"/>
              </a:ext>
            </a:extLst>
          </p:cNvPr>
          <p:cNvSpPr>
            <a:spLocks noGrp="1"/>
          </p:cNvSpPr>
          <p:nvPr>
            <p:ph type="sldNum" sz="quarter" idx="12"/>
          </p:nvPr>
        </p:nvSpPr>
        <p:spPr/>
        <p:txBody>
          <a:bodyPr/>
          <a:lstStyle/>
          <a:p>
            <a:fld id="{294A09A9-5501-47C1-A89A-A340965A2BE2}" type="slidenum">
              <a:rPr lang="fr-FR" smtClean="0"/>
              <a:pPr/>
              <a:t>‹N°›</a:t>
            </a:fld>
            <a:endParaRPr lang="fr-FR"/>
          </a:p>
        </p:txBody>
      </p:sp>
    </p:spTree>
    <p:extLst>
      <p:ext uri="{BB962C8B-B14F-4D97-AF65-F5344CB8AC3E}">
        <p14:creationId xmlns:p14="http://schemas.microsoft.com/office/powerpoint/2010/main" val="3566100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G - 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49A550-9D40-773E-8008-36F89A54E581}"/>
              </a:ext>
            </a:extLst>
          </p:cNvPr>
          <p:cNvSpPr>
            <a:spLocks noGrp="1"/>
          </p:cNvSpPr>
          <p:nvPr>
            <p:ph type="title"/>
          </p:nvPr>
        </p:nvSpPr>
        <p:spPr/>
        <p:txBody>
          <a:bodyPr/>
          <a:lstStyle/>
          <a:p>
            <a:r>
              <a:rPr lang="fr-FR" dirty="0"/>
              <a:t>Modifiez le style du titre</a:t>
            </a:r>
          </a:p>
        </p:txBody>
      </p:sp>
      <p:sp>
        <p:nvSpPr>
          <p:cNvPr id="3" name="Espace réservé du contenu 2">
            <a:extLst>
              <a:ext uri="{FF2B5EF4-FFF2-40B4-BE49-F238E27FC236}">
                <a16:creationId xmlns:a16="http://schemas.microsoft.com/office/drawing/2014/main" id="{E64B8AB4-4991-170C-CCE2-564F029401F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pied de page 4">
            <a:extLst>
              <a:ext uri="{FF2B5EF4-FFF2-40B4-BE49-F238E27FC236}">
                <a16:creationId xmlns:a16="http://schemas.microsoft.com/office/drawing/2014/main" id="{C6B25B66-224D-E734-70A3-7FFB0FAE64B4}"/>
              </a:ext>
            </a:extLst>
          </p:cNvPr>
          <p:cNvSpPr>
            <a:spLocks noGrp="1"/>
          </p:cNvSpPr>
          <p:nvPr>
            <p:ph type="ftr" sz="quarter" idx="11"/>
          </p:nvPr>
        </p:nvSpPr>
        <p:spPr/>
        <p:txBody>
          <a:bodyPr/>
          <a:lstStyle>
            <a:lvl1pPr>
              <a:defRPr>
                <a:solidFill>
                  <a:srgbClr val="7A7A7A"/>
                </a:solidFill>
              </a:defRPr>
            </a:lvl1pPr>
          </a:lstStyle>
          <a:p>
            <a:r>
              <a:rPr lang="fr-FR"/>
              <a:t>IA - Vers une approche globale de gestion des risques</a:t>
            </a:r>
            <a:endParaRPr lang="fr-FR" dirty="0"/>
          </a:p>
        </p:txBody>
      </p:sp>
      <p:sp>
        <p:nvSpPr>
          <p:cNvPr id="6" name="Espace réservé du numéro de diapositive 5">
            <a:extLst>
              <a:ext uri="{FF2B5EF4-FFF2-40B4-BE49-F238E27FC236}">
                <a16:creationId xmlns:a16="http://schemas.microsoft.com/office/drawing/2014/main" id="{E2EF7843-EF99-FA82-852B-57A05E64230E}"/>
              </a:ext>
            </a:extLst>
          </p:cNvPr>
          <p:cNvSpPr>
            <a:spLocks noGrp="1"/>
          </p:cNvSpPr>
          <p:nvPr>
            <p:ph type="sldNum" sz="quarter" idx="12"/>
          </p:nvPr>
        </p:nvSpPr>
        <p:spPr/>
        <p:txBody>
          <a:bodyPr/>
          <a:lstStyle>
            <a:lvl1pPr>
              <a:defRPr>
                <a:solidFill>
                  <a:srgbClr val="7A7A7A"/>
                </a:solidFill>
              </a:defRPr>
            </a:lvl1pPr>
          </a:lstStyle>
          <a:p>
            <a:fld id="{294A09A9-5501-47C1-A89A-A340965A2BE2}" type="slidenum">
              <a:rPr lang="fr-FR" smtClean="0"/>
              <a:pPr/>
              <a:t>‹N°›</a:t>
            </a:fld>
            <a:endParaRPr lang="fr-FR"/>
          </a:p>
        </p:txBody>
      </p:sp>
      <p:sp>
        <p:nvSpPr>
          <p:cNvPr id="7" name="Espace réservé de la date 3">
            <a:extLst>
              <a:ext uri="{FF2B5EF4-FFF2-40B4-BE49-F238E27FC236}">
                <a16:creationId xmlns:a16="http://schemas.microsoft.com/office/drawing/2014/main" id="{59A6E544-9F53-1C76-1B27-9739D384A73B}"/>
              </a:ext>
            </a:extLst>
          </p:cNvPr>
          <p:cNvSpPr>
            <a:spLocks noGrp="1"/>
          </p:cNvSpPr>
          <p:nvPr>
            <p:ph type="dt" sz="half" idx="10"/>
          </p:nvPr>
        </p:nvSpPr>
        <p:spPr>
          <a:xfrm>
            <a:off x="838200" y="6356350"/>
            <a:ext cx="936000" cy="365125"/>
          </a:xfrm>
        </p:spPr>
        <p:txBody>
          <a:bodyPr/>
          <a:lstStyle/>
          <a:p>
            <a:r>
              <a:rPr lang="fr-FR"/>
              <a:t>16/04/2026</a:t>
            </a:r>
            <a:endParaRPr lang="fr-FR" dirty="0"/>
          </a:p>
        </p:txBody>
      </p:sp>
      <p:sp>
        <p:nvSpPr>
          <p:cNvPr id="8" name="Espace réservé du texte 10">
            <a:extLst>
              <a:ext uri="{FF2B5EF4-FFF2-40B4-BE49-F238E27FC236}">
                <a16:creationId xmlns:a16="http://schemas.microsoft.com/office/drawing/2014/main" id="{A3A30911-87E7-E7A2-3515-ADD741A11F9D}"/>
              </a:ext>
            </a:extLst>
          </p:cNvPr>
          <p:cNvSpPr>
            <a:spLocks noGrp="1"/>
          </p:cNvSpPr>
          <p:nvPr>
            <p:ph type="body" sz="quarter" idx="13" hasCustomPrompt="1"/>
          </p:nvPr>
        </p:nvSpPr>
        <p:spPr>
          <a:xfrm>
            <a:off x="1237674" y="1061753"/>
            <a:ext cx="10116126" cy="492125"/>
          </a:xfrm>
        </p:spPr>
        <p:txBody>
          <a:bodyPr/>
          <a:lstStyle>
            <a:lvl1pPr marL="0" indent="0">
              <a:spcBef>
                <a:spcPts val="0"/>
              </a:spcBef>
              <a:buNone/>
              <a:defRPr>
                <a:solidFill>
                  <a:srgbClr val="7A7A7A"/>
                </a:solidFill>
              </a:defRPr>
            </a:lvl1pPr>
          </a:lstStyle>
          <a:p>
            <a:pPr lvl="0"/>
            <a:r>
              <a:rPr lang="fr-FR" dirty="0"/>
              <a:t>Cliquez pour modifier le style du sous-titre</a:t>
            </a:r>
          </a:p>
        </p:txBody>
      </p:sp>
    </p:spTree>
    <p:extLst>
      <p:ext uri="{BB962C8B-B14F-4D97-AF65-F5344CB8AC3E}">
        <p14:creationId xmlns:p14="http://schemas.microsoft.com/office/powerpoint/2010/main" val="830565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G - Titre et 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688F8E-CB72-8D44-C1BB-4F85F745AE2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BAC8F61-E687-8A8A-31F1-8C896D81CC7C}"/>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51A0201-5751-8206-7AF9-FB1575AE1759}"/>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DC2E95A8-31D0-5EA4-49C4-90B4D27A1E25}"/>
              </a:ext>
            </a:extLst>
          </p:cNvPr>
          <p:cNvSpPr>
            <a:spLocks noGrp="1"/>
          </p:cNvSpPr>
          <p:nvPr>
            <p:ph type="dt" sz="half" idx="10"/>
          </p:nvPr>
        </p:nvSpPr>
        <p:spPr/>
        <p:txBody>
          <a:bodyPr/>
          <a:lstStyle/>
          <a:p>
            <a:pPr rtl="0"/>
            <a:r>
              <a:rPr lang="fr-FR" noProof="0"/>
              <a:t>16/04/2026</a:t>
            </a:r>
          </a:p>
        </p:txBody>
      </p:sp>
      <p:sp>
        <p:nvSpPr>
          <p:cNvPr id="6" name="Espace réservé du pied de page 5">
            <a:extLst>
              <a:ext uri="{FF2B5EF4-FFF2-40B4-BE49-F238E27FC236}">
                <a16:creationId xmlns:a16="http://schemas.microsoft.com/office/drawing/2014/main" id="{0C5EEE2A-A0D3-6784-2C37-DE6333E40742}"/>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7" name="Espace réservé du numéro de diapositive 6">
            <a:extLst>
              <a:ext uri="{FF2B5EF4-FFF2-40B4-BE49-F238E27FC236}">
                <a16:creationId xmlns:a16="http://schemas.microsoft.com/office/drawing/2014/main" id="{2A56C89E-2604-018D-F31F-F148FF9C8B7E}"/>
              </a:ext>
            </a:extLst>
          </p:cNvPr>
          <p:cNvSpPr>
            <a:spLocks noGrp="1"/>
          </p:cNvSpPr>
          <p:nvPr>
            <p:ph type="sldNum" sz="quarter" idx="12"/>
          </p:nvPr>
        </p:nvSpPr>
        <p:spPr/>
        <p:txBody>
          <a:bodyPr/>
          <a:lstStyle/>
          <a:p>
            <a:pPr rtl="0"/>
            <a:fld id="{294A09A9-5501-47C1-A89A-A340965A2BE2}" type="slidenum">
              <a:rPr lang="fr-FR" noProof="0" smtClean="0"/>
              <a:t>‹N°›</a:t>
            </a:fld>
            <a:endParaRPr lang="fr-FR" noProof="0"/>
          </a:p>
        </p:txBody>
      </p:sp>
      <p:sp>
        <p:nvSpPr>
          <p:cNvPr id="9" name="Espace réservé du texte 10">
            <a:extLst>
              <a:ext uri="{FF2B5EF4-FFF2-40B4-BE49-F238E27FC236}">
                <a16:creationId xmlns:a16="http://schemas.microsoft.com/office/drawing/2014/main" id="{7D477BC7-2F57-5D03-E2DD-F17F0D49115B}"/>
              </a:ext>
            </a:extLst>
          </p:cNvPr>
          <p:cNvSpPr>
            <a:spLocks noGrp="1"/>
          </p:cNvSpPr>
          <p:nvPr>
            <p:ph type="body" sz="quarter" idx="13" hasCustomPrompt="1"/>
          </p:nvPr>
        </p:nvSpPr>
        <p:spPr>
          <a:xfrm>
            <a:off x="1237674" y="1061753"/>
            <a:ext cx="10116126" cy="492125"/>
          </a:xfrm>
        </p:spPr>
        <p:txBody>
          <a:bodyPr/>
          <a:lstStyle>
            <a:lvl1pPr marL="0" indent="0">
              <a:spcBef>
                <a:spcPts val="0"/>
              </a:spcBef>
              <a:buNone/>
              <a:defRPr>
                <a:solidFill>
                  <a:srgbClr val="7A7A7A"/>
                </a:solidFill>
              </a:defRPr>
            </a:lvl1pPr>
          </a:lstStyle>
          <a:p>
            <a:pPr lvl="0"/>
            <a:r>
              <a:rPr lang="fr-FR" dirty="0"/>
              <a:t>Cliquez pour modifier le style du sous-titre</a:t>
            </a:r>
          </a:p>
        </p:txBody>
      </p:sp>
    </p:spTree>
    <p:extLst>
      <p:ext uri="{BB962C8B-B14F-4D97-AF65-F5344CB8AC3E}">
        <p14:creationId xmlns:p14="http://schemas.microsoft.com/office/powerpoint/2010/main" val="2605277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G - Titre sans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2D51D0-D10E-B8BA-36D4-CE16D6F6A285}"/>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63D69DDD-8703-5347-B6EE-2E9ACB4B3560}"/>
              </a:ext>
            </a:extLst>
          </p:cNvPr>
          <p:cNvSpPr>
            <a:spLocks noGrp="1"/>
          </p:cNvSpPr>
          <p:nvPr>
            <p:ph type="dt" sz="half" idx="10"/>
          </p:nvPr>
        </p:nvSpPr>
        <p:spPr/>
        <p:txBody>
          <a:bodyPr/>
          <a:lstStyle/>
          <a:p>
            <a:r>
              <a:rPr lang="fr-FR"/>
              <a:t>16/04/2026</a:t>
            </a:r>
            <a:endParaRPr lang="fr-FR" dirty="0"/>
          </a:p>
        </p:txBody>
      </p:sp>
      <p:sp>
        <p:nvSpPr>
          <p:cNvPr id="4" name="Espace réservé du pied de page 3">
            <a:extLst>
              <a:ext uri="{FF2B5EF4-FFF2-40B4-BE49-F238E27FC236}">
                <a16:creationId xmlns:a16="http://schemas.microsoft.com/office/drawing/2014/main" id="{4941E8E5-4EEB-DF40-20B3-9959F239C186}"/>
              </a:ext>
            </a:extLst>
          </p:cNvPr>
          <p:cNvSpPr>
            <a:spLocks noGrp="1"/>
          </p:cNvSpPr>
          <p:nvPr>
            <p:ph type="ftr" sz="quarter" idx="11"/>
          </p:nvPr>
        </p:nvSpPr>
        <p:spPr/>
        <p:txBody>
          <a:bodyPr/>
          <a:lstStyle/>
          <a:p>
            <a:r>
              <a:rPr lang="fr-FR"/>
              <a:t>IA - Vers une approche globale de gestion des risques</a:t>
            </a:r>
            <a:endParaRPr lang="fr-FR" dirty="0"/>
          </a:p>
        </p:txBody>
      </p:sp>
      <p:sp>
        <p:nvSpPr>
          <p:cNvPr id="5" name="Espace réservé du numéro de diapositive 4">
            <a:extLst>
              <a:ext uri="{FF2B5EF4-FFF2-40B4-BE49-F238E27FC236}">
                <a16:creationId xmlns:a16="http://schemas.microsoft.com/office/drawing/2014/main" id="{3458BDBB-A92C-D7E2-1181-93FF7C3EB46F}"/>
              </a:ext>
            </a:extLst>
          </p:cNvPr>
          <p:cNvSpPr>
            <a:spLocks noGrp="1"/>
          </p:cNvSpPr>
          <p:nvPr>
            <p:ph type="sldNum" sz="quarter" idx="12"/>
          </p:nvPr>
        </p:nvSpPr>
        <p:spPr/>
        <p:txBody>
          <a:bodyPr/>
          <a:lstStyle/>
          <a:p>
            <a:fld id="{294A09A9-5501-47C1-A89A-A340965A2BE2}" type="slidenum">
              <a:rPr lang="fr-FR" smtClean="0"/>
              <a:pPr/>
              <a:t>‹N°›</a:t>
            </a:fld>
            <a:endParaRPr lang="fr-FR" dirty="0"/>
          </a:p>
        </p:txBody>
      </p:sp>
      <p:sp>
        <p:nvSpPr>
          <p:cNvPr id="7" name="Espace réservé du texte 10">
            <a:extLst>
              <a:ext uri="{FF2B5EF4-FFF2-40B4-BE49-F238E27FC236}">
                <a16:creationId xmlns:a16="http://schemas.microsoft.com/office/drawing/2014/main" id="{73F961D2-5CD3-1FA2-872C-5D3B0A7E7438}"/>
              </a:ext>
            </a:extLst>
          </p:cNvPr>
          <p:cNvSpPr>
            <a:spLocks noGrp="1"/>
          </p:cNvSpPr>
          <p:nvPr>
            <p:ph type="body" sz="quarter" idx="13" hasCustomPrompt="1"/>
          </p:nvPr>
        </p:nvSpPr>
        <p:spPr>
          <a:xfrm>
            <a:off x="1237674" y="1061753"/>
            <a:ext cx="10116126" cy="492125"/>
          </a:xfrm>
        </p:spPr>
        <p:txBody>
          <a:bodyPr/>
          <a:lstStyle>
            <a:lvl1pPr marL="0" indent="0">
              <a:spcBef>
                <a:spcPts val="0"/>
              </a:spcBef>
              <a:buNone/>
              <a:defRPr>
                <a:solidFill>
                  <a:srgbClr val="7A7A7A"/>
                </a:solidFill>
              </a:defRPr>
            </a:lvl1pPr>
          </a:lstStyle>
          <a:p>
            <a:pPr lvl="0"/>
            <a:r>
              <a:rPr lang="fr-FR" dirty="0"/>
              <a:t>Cliquez pour modifier le style du sous-titre</a:t>
            </a:r>
          </a:p>
        </p:txBody>
      </p:sp>
    </p:spTree>
    <p:extLst>
      <p:ext uri="{BB962C8B-B14F-4D97-AF65-F5344CB8AC3E}">
        <p14:creationId xmlns:p14="http://schemas.microsoft.com/office/powerpoint/2010/main" val="1113034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G - Formation - Questions d'introduction">
    <p:bg>
      <p:bgPr>
        <a:solidFill>
          <a:schemeClr val="bg2"/>
        </a:solidFill>
        <a:effectLst/>
      </p:bgPr>
    </p:bg>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71B69367-AB6C-3641-B96D-AD7344C8D4F2}"/>
              </a:ext>
            </a:extLst>
          </p:cNvPr>
          <p:cNvSpPr>
            <a:spLocks noGrp="1"/>
          </p:cNvSpPr>
          <p:nvPr>
            <p:ph type="dt" sz="half" idx="10"/>
          </p:nvPr>
        </p:nvSpPr>
        <p:spPr/>
        <p:txBody>
          <a:bodyPr/>
          <a:lstStyle/>
          <a:p>
            <a:pPr rtl="0"/>
            <a:r>
              <a:rPr lang="fr-FR" noProof="0"/>
              <a:t>16/04/2026</a:t>
            </a:r>
          </a:p>
        </p:txBody>
      </p:sp>
      <p:sp>
        <p:nvSpPr>
          <p:cNvPr id="4" name="Espace réservé du pied de page 3">
            <a:extLst>
              <a:ext uri="{FF2B5EF4-FFF2-40B4-BE49-F238E27FC236}">
                <a16:creationId xmlns:a16="http://schemas.microsoft.com/office/drawing/2014/main" id="{ED04BDA4-81E1-9677-7815-EC1790E6C19B}"/>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5" name="Espace réservé du numéro de diapositive 4">
            <a:extLst>
              <a:ext uri="{FF2B5EF4-FFF2-40B4-BE49-F238E27FC236}">
                <a16:creationId xmlns:a16="http://schemas.microsoft.com/office/drawing/2014/main" id="{67E2B1C4-26E8-EC05-4DEE-FC3962B88C9D}"/>
              </a:ext>
            </a:extLst>
          </p:cNvPr>
          <p:cNvSpPr>
            <a:spLocks noGrp="1"/>
          </p:cNvSpPr>
          <p:nvPr>
            <p:ph type="sldNum" sz="quarter" idx="12"/>
          </p:nvPr>
        </p:nvSpPr>
        <p:spPr/>
        <p:txBody>
          <a:bodyPr/>
          <a:lstStyle/>
          <a:p>
            <a:pPr rtl="0"/>
            <a:fld id="{294A09A9-5501-47C1-A89A-A340965A2BE2}" type="slidenum">
              <a:rPr lang="fr-FR" noProof="0" smtClean="0"/>
              <a:t>‹N°›</a:t>
            </a:fld>
            <a:endParaRPr lang="fr-FR" noProof="0"/>
          </a:p>
        </p:txBody>
      </p:sp>
      <p:pic>
        <p:nvPicPr>
          <p:cNvPr id="7" name="Image 6">
            <a:extLst>
              <a:ext uri="{FF2B5EF4-FFF2-40B4-BE49-F238E27FC236}">
                <a16:creationId xmlns:a16="http://schemas.microsoft.com/office/drawing/2014/main" id="{E3BE6F54-FDB1-423C-A88D-EF416DE08E44}"/>
              </a:ext>
            </a:extLst>
          </p:cNvPr>
          <p:cNvPicPr>
            <a:picLocks noChangeAspect="1"/>
          </p:cNvPicPr>
          <p:nvPr userDrawn="1"/>
        </p:nvPicPr>
        <p:blipFill rotWithShape="1">
          <a:blip r:embed="rId2"/>
          <a:srcRect b="2405"/>
          <a:stretch/>
        </p:blipFill>
        <p:spPr>
          <a:xfrm>
            <a:off x="4263925" y="3157213"/>
            <a:ext cx="3700404" cy="2948947"/>
          </a:xfrm>
          <a:prstGeom prst="rect">
            <a:avLst/>
          </a:prstGeom>
        </p:spPr>
      </p:pic>
      <p:sp>
        <p:nvSpPr>
          <p:cNvPr id="8" name="Forme libre 3">
            <a:extLst>
              <a:ext uri="{FF2B5EF4-FFF2-40B4-BE49-F238E27FC236}">
                <a16:creationId xmlns:a16="http://schemas.microsoft.com/office/drawing/2014/main" id="{6E2FFA71-E6B3-DC5B-A230-3E0BBFDD886D}"/>
              </a:ext>
            </a:extLst>
          </p:cNvPr>
          <p:cNvSpPr/>
          <p:nvPr userDrawn="1"/>
        </p:nvSpPr>
        <p:spPr>
          <a:xfrm>
            <a:off x="1703426" y="2103120"/>
            <a:ext cx="3277951" cy="1112921"/>
          </a:xfrm>
          <a:prstGeom prst="wedgeEllipseCallout">
            <a:avLst>
              <a:gd name="adj1" fmla="val 38677"/>
              <a:gd name="adj2" fmla="val 109918"/>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fr-FR" sz="1600" dirty="0">
              <a:solidFill>
                <a:schemeClr val="tx1"/>
              </a:solidFill>
              <a:latin typeface="Calibri Light" panose="020F0302020204030204" pitchFamily="34" charset="0"/>
              <a:cs typeface="Calibri Light" panose="020F0302020204030204" pitchFamily="34" charset="0"/>
            </a:endParaRPr>
          </a:p>
        </p:txBody>
      </p:sp>
      <p:sp>
        <p:nvSpPr>
          <p:cNvPr id="9" name="Forme libre 3">
            <a:extLst>
              <a:ext uri="{FF2B5EF4-FFF2-40B4-BE49-F238E27FC236}">
                <a16:creationId xmlns:a16="http://schemas.microsoft.com/office/drawing/2014/main" id="{C1F477B1-BEB5-809E-8652-F5FC0D189CF5}"/>
              </a:ext>
            </a:extLst>
          </p:cNvPr>
          <p:cNvSpPr/>
          <p:nvPr userDrawn="1"/>
        </p:nvSpPr>
        <p:spPr>
          <a:xfrm>
            <a:off x="5114123" y="1312571"/>
            <a:ext cx="3277951" cy="1112921"/>
          </a:xfrm>
          <a:prstGeom prst="wedgeEllipseCallout">
            <a:avLst>
              <a:gd name="adj1" fmla="val -17114"/>
              <a:gd name="adj2" fmla="val 108092"/>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fr-FR" sz="1600" dirty="0">
              <a:solidFill>
                <a:schemeClr val="tx1"/>
              </a:solidFill>
              <a:latin typeface="Calibri Light" panose="020F0302020204030204" pitchFamily="34" charset="0"/>
              <a:cs typeface="Calibri Light" panose="020F0302020204030204" pitchFamily="34" charset="0"/>
            </a:endParaRPr>
          </a:p>
        </p:txBody>
      </p:sp>
      <p:sp>
        <p:nvSpPr>
          <p:cNvPr id="10" name="Forme libre 3">
            <a:extLst>
              <a:ext uri="{FF2B5EF4-FFF2-40B4-BE49-F238E27FC236}">
                <a16:creationId xmlns:a16="http://schemas.microsoft.com/office/drawing/2014/main" id="{2C044BA3-FC16-957E-D248-D5D8CFADAF86}"/>
              </a:ext>
            </a:extLst>
          </p:cNvPr>
          <p:cNvSpPr/>
          <p:nvPr userDrawn="1"/>
        </p:nvSpPr>
        <p:spPr>
          <a:xfrm>
            <a:off x="7240419" y="2425492"/>
            <a:ext cx="3277951" cy="1112921"/>
          </a:xfrm>
          <a:prstGeom prst="wedgeEllipseCallout">
            <a:avLst>
              <a:gd name="adj1" fmla="val -37880"/>
              <a:gd name="adj2" fmla="val 89834"/>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fr-FR" sz="1600" dirty="0">
              <a:solidFill>
                <a:schemeClr val="tx1"/>
              </a:solidFill>
              <a:latin typeface="Calibri Light" panose="020F0302020204030204" pitchFamily="34" charset="0"/>
              <a:cs typeface="Calibri Light" panose="020F0302020204030204" pitchFamily="34" charset="0"/>
            </a:endParaRPr>
          </a:p>
        </p:txBody>
      </p:sp>
      <p:sp>
        <p:nvSpPr>
          <p:cNvPr id="13" name="Espace réservé du texte 11">
            <a:extLst>
              <a:ext uri="{FF2B5EF4-FFF2-40B4-BE49-F238E27FC236}">
                <a16:creationId xmlns:a16="http://schemas.microsoft.com/office/drawing/2014/main" id="{7B1C710C-459F-78B5-2629-3CCD43979633}"/>
              </a:ext>
            </a:extLst>
          </p:cNvPr>
          <p:cNvSpPr>
            <a:spLocks noGrp="1"/>
          </p:cNvSpPr>
          <p:nvPr>
            <p:ph type="body" sz="quarter" idx="13" hasCustomPrompt="1"/>
          </p:nvPr>
        </p:nvSpPr>
        <p:spPr>
          <a:xfrm>
            <a:off x="1774200" y="2174240"/>
            <a:ext cx="3133080" cy="982973"/>
          </a:xfrm>
        </p:spPr>
        <p:txBody>
          <a:bodyPr anchor="ctr" anchorCtr="0">
            <a:normAutofit/>
          </a:bodyPr>
          <a:lstStyle>
            <a:lvl1pPr marL="0" indent="0" algn="ctr">
              <a:buNone/>
              <a:defRPr sz="1600"/>
            </a:lvl1pPr>
          </a:lstStyle>
          <a:p>
            <a:pPr lvl="0"/>
            <a:r>
              <a:rPr lang="fr-FR" dirty="0"/>
              <a:t>{Question}</a:t>
            </a:r>
          </a:p>
        </p:txBody>
      </p:sp>
      <p:sp>
        <p:nvSpPr>
          <p:cNvPr id="14" name="Espace réservé du texte 11">
            <a:extLst>
              <a:ext uri="{FF2B5EF4-FFF2-40B4-BE49-F238E27FC236}">
                <a16:creationId xmlns:a16="http://schemas.microsoft.com/office/drawing/2014/main" id="{756CB2EE-47ED-2DF4-75D9-D60184BE078D}"/>
              </a:ext>
            </a:extLst>
          </p:cNvPr>
          <p:cNvSpPr>
            <a:spLocks noGrp="1"/>
          </p:cNvSpPr>
          <p:nvPr>
            <p:ph type="body" sz="quarter" idx="14" hasCustomPrompt="1"/>
          </p:nvPr>
        </p:nvSpPr>
        <p:spPr>
          <a:xfrm>
            <a:off x="5186558" y="1373932"/>
            <a:ext cx="3133080" cy="982973"/>
          </a:xfrm>
        </p:spPr>
        <p:txBody>
          <a:bodyPr anchor="ctr" anchorCtr="0">
            <a:normAutofit/>
          </a:bodyPr>
          <a:lstStyle>
            <a:lvl1pPr marL="0" indent="0" algn="ctr">
              <a:buNone/>
              <a:defRPr sz="1600"/>
            </a:lvl1pPr>
          </a:lstStyle>
          <a:p>
            <a:pPr lvl="0"/>
            <a:r>
              <a:rPr lang="fr-FR" dirty="0"/>
              <a:t>{Question}</a:t>
            </a:r>
          </a:p>
        </p:txBody>
      </p:sp>
      <p:sp>
        <p:nvSpPr>
          <p:cNvPr id="15" name="Espace réservé du texte 11">
            <a:extLst>
              <a:ext uri="{FF2B5EF4-FFF2-40B4-BE49-F238E27FC236}">
                <a16:creationId xmlns:a16="http://schemas.microsoft.com/office/drawing/2014/main" id="{21A00442-B6A3-64D9-C893-1B2C0EEE6210}"/>
              </a:ext>
            </a:extLst>
          </p:cNvPr>
          <p:cNvSpPr>
            <a:spLocks noGrp="1"/>
          </p:cNvSpPr>
          <p:nvPr>
            <p:ph type="body" sz="quarter" idx="15" hasCustomPrompt="1"/>
          </p:nvPr>
        </p:nvSpPr>
        <p:spPr>
          <a:xfrm>
            <a:off x="7312854" y="2486853"/>
            <a:ext cx="3133080" cy="982973"/>
          </a:xfrm>
        </p:spPr>
        <p:txBody>
          <a:bodyPr anchor="ctr" anchorCtr="0">
            <a:normAutofit/>
          </a:bodyPr>
          <a:lstStyle>
            <a:lvl1pPr marL="0" indent="0" algn="ctr">
              <a:buNone/>
              <a:defRPr sz="1600"/>
            </a:lvl1pPr>
          </a:lstStyle>
          <a:p>
            <a:pPr lvl="0"/>
            <a:r>
              <a:rPr lang="fr-FR" dirty="0"/>
              <a:t>{Question}</a:t>
            </a:r>
          </a:p>
        </p:txBody>
      </p:sp>
      <p:sp>
        <p:nvSpPr>
          <p:cNvPr id="16" name="ZoneTexte 15">
            <a:extLst>
              <a:ext uri="{FF2B5EF4-FFF2-40B4-BE49-F238E27FC236}">
                <a16:creationId xmlns:a16="http://schemas.microsoft.com/office/drawing/2014/main" id="{6B765178-2978-76DA-9ACB-43EB4879E18A}"/>
              </a:ext>
            </a:extLst>
          </p:cNvPr>
          <p:cNvSpPr txBox="1"/>
          <p:nvPr userDrawn="1"/>
        </p:nvSpPr>
        <p:spPr>
          <a:xfrm>
            <a:off x="1237800" y="315206"/>
            <a:ext cx="5565691" cy="769441"/>
          </a:xfrm>
          <a:prstGeom prst="rect">
            <a:avLst/>
          </a:prstGeom>
          <a:noFill/>
        </p:spPr>
        <p:txBody>
          <a:bodyPr wrap="none" rtlCol="0" anchor="ctr" anchorCtr="0">
            <a:spAutoFit/>
          </a:bodyPr>
          <a:lstStyle/>
          <a:p>
            <a:r>
              <a:rPr lang="fr-FR" sz="4400" dirty="0">
                <a:latin typeface="+mj-lt"/>
              </a:rPr>
              <a:t>De quoi va-t-on parler ?</a:t>
            </a:r>
          </a:p>
        </p:txBody>
      </p:sp>
    </p:spTree>
    <p:extLst>
      <p:ext uri="{BB962C8B-B14F-4D97-AF65-F5344CB8AC3E}">
        <p14:creationId xmlns:p14="http://schemas.microsoft.com/office/powerpoint/2010/main" val="1146305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G - Formation - Points à retenir">
    <p:bg>
      <p:bgPr>
        <a:solidFill>
          <a:schemeClr val="bg2"/>
        </a:solidFill>
        <a:effectLst/>
      </p:bgPr>
    </p:bg>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BAC367A5-B0AA-34C0-574D-2660E7B76E5D}"/>
              </a:ext>
            </a:extLst>
          </p:cNvPr>
          <p:cNvSpPr>
            <a:spLocks noGrp="1"/>
          </p:cNvSpPr>
          <p:nvPr>
            <p:ph type="dt" sz="half" idx="10"/>
          </p:nvPr>
        </p:nvSpPr>
        <p:spPr/>
        <p:txBody>
          <a:bodyPr/>
          <a:lstStyle/>
          <a:p>
            <a:r>
              <a:rPr lang="fr-FR"/>
              <a:t>16/04/2026</a:t>
            </a:r>
            <a:endParaRPr lang="fr-FR" dirty="0"/>
          </a:p>
        </p:txBody>
      </p:sp>
      <p:sp>
        <p:nvSpPr>
          <p:cNvPr id="5" name="Espace réservé du pied de page 4">
            <a:extLst>
              <a:ext uri="{FF2B5EF4-FFF2-40B4-BE49-F238E27FC236}">
                <a16:creationId xmlns:a16="http://schemas.microsoft.com/office/drawing/2014/main" id="{C6B25B66-224D-E734-70A3-7FFB0FAE64B4}"/>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6" name="Espace réservé du numéro de diapositive 5">
            <a:extLst>
              <a:ext uri="{FF2B5EF4-FFF2-40B4-BE49-F238E27FC236}">
                <a16:creationId xmlns:a16="http://schemas.microsoft.com/office/drawing/2014/main" id="{E2EF7843-EF99-FA82-852B-57A05E64230E}"/>
              </a:ext>
            </a:extLst>
          </p:cNvPr>
          <p:cNvSpPr>
            <a:spLocks noGrp="1"/>
          </p:cNvSpPr>
          <p:nvPr>
            <p:ph type="sldNum" sz="quarter" idx="12"/>
          </p:nvPr>
        </p:nvSpPr>
        <p:spPr/>
        <p:txBody>
          <a:bodyPr/>
          <a:lstStyle/>
          <a:p>
            <a:fld id="{294A09A9-5501-47C1-A89A-A340965A2BE2}" type="slidenum">
              <a:rPr lang="fr-FR" smtClean="0"/>
              <a:pPr/>
              <a:t>‹N°›</a:t>
            </a:fld>
            <a:endParaRPr lang="fr-FR"/>
          </a:p>
        </p:txBody>
      </p:sp>
      <p:pic>
        <p:nvPicPr>
          <p:cNvPr id="8" name="Image 7">
            <a:extLst>
              <a:ext uri="{FF2B5EF4-FFF2-40B4-BE49-F238E27FC236}">
                <a16:creationId xmlns:a16="http://schemas.microsoft.com/office/drawing/2014/main" id="{5142515F-6C02-CC66-6946-64B2717901E3}"/>
              </a:ext>
            </a:extLst>
          </p:cNvPr>
          <p:cNvPicPr>
            <a:picLocks noChangeAspect="1"/>
          </p:cNvPicPr>
          <p:nvPr userDrawn="1"/>
        </p:nvPicPr>
        <p:blipFill>
          <a:blip r:embed="rId2"/>
          <a:stretch>
            <a:fillRect/>
          </a:stretch>
        </p:blipFill>
        <p:spPr>
          <a:xfrm>
            <a:off x="3688521" y="1493114"/>
            <a:ext cx="4814957" cy="4357944"/>
          </a:xfrm>
          <a:prstGeom prst="rect">
            <a:avLst/>
          </a:prstGeom>
        </p:spPr>
      </p:pic>
      <p:sp>
        <p:nvSpPr>
          <p:cNvPr id="9" name="ZoneTexte 8">
            <a:extLst>
              <a:ext uri="{FF2B5EF4-FFF2-40B4-BE49-F238E27FC236}">
                <a16:creationId xmlns:a16="http://schemas.microsoft.com/office/drawing/2014/main" id="{F5D41F8A-619D-B271-C40F-8D28F3F6CD81}"/>
              </a:ext>
            </a:extLst>
          </p:cNvPr>
          <p:cNvSpPr txBox="1"/>
          <p:nvPr userDrawn="1"/>
        </p:nvSpPr>
        <p:spPr>
          <a:xfrm>
            <a:off x="1237800" y="315206"/>
            <a:ext cx="5432962" cy="769441"/>
          </a:xfrm>
          <a:prstGeom prst="rect">
            <a:avLst/>
          </a:prstGeom>
          <a:noFill/>
        </p:spPr>
        <p:txBody>
          <a:bodyPr wrap="none" rtlCol="0" anchor="ctr" anchorCtr="0">
            <a:spAutoFit/>
          </a:bodyPr>
          <a:lstStyle/>
          <a:p>
            <a:r>
              <a:rPr lang="fr-FR" sz="4400" dirty="0">
                <a:latin typeface="+mj-lt"/>
              </a:rPr>
              <a:t>Qu’avons-nous appris ?</a:t>
            </a:r>
          </a:p>
        </p:txBody>
      </p:sp>
      <p:sp>
        <p:nvSpPr>
          <p:cNvPr id="3" name="Espace réservé du contenu 2">
            <a:extLst>
              <a:ext uri="{FF2B5EF4-FFF2-40B4-BE49-F238E27FC236}">
                <a16:creationId xmlns:a16="http://schemas.microsoft.com/office/drawing/2014/main" id="{E64B8AB4-4991-170C-CCE2-564F029401F8}"/>
              </a:ext>
            </a:extLst>
          </p:cNvPr>
          <p:cNvSpPr>
            <a:spLocks noGrp="1"/>
          </p:cNvSpPr>
          <p:nvPr>
            <p:ph idx="1" hasCustomPrompt="1"/>
          </p:nvPr>
        </p:nvSpPr>
        <p:spPr>
          <a:xfrm>
            <a:off x="5313680" y="1493114"/>
            <a:ext cx="3189798" cy="3508375"/>
          </a:xfrm>
        </p:spPr>
        <p:txBody>
          <a:bodyPr anchor="ctr" anchorCtr="0">
            <a:normAutofit/>
          </a:bodyPr>
          <a:lstStyle>
            <a:lvl1pPr marL="514350" indent="-514350">
              <a:buFont typeface="+mj-lt"/>
              <a:buAutoNum type="arabicPeriod"/>
              <a:defRPr sz="2000"/>
            </a:lvl1pPr>
            <a:lvl2pPr marL="914400" indent="-457200">
              <a:buFont typeface="+mj-lt"/>
              <a:buAutoNum type="arabicPeriod"/>
              <a:defRPr/>
            </a:lvl2pPr>
            <a:lvl3pPr marL="1371600" indent="-4572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lang="fr-FR" dirty="0"/>
              <a:t>{à retenir}</a:t>
            </a:r>
          </a:p>
        </p:txBody>
      </p:sp>
    </p:spTree>
    <p:extLst>
      <p:ext uri="{BB962C8B-B14F-4D97-AF65-F5344CB8AC3E}">
        <p14:creationId xmlns:p14="http://schemas.microsoft.com/office/powerpoint/2010/main" val="2359847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CBDC52-4577-990A-75C9-AEF9E2FBFAF7}"/>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0759A9B3-2510-2096-2D70-91DFDECD48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498FE1D-85F7-04FA-D85E-CD2C0A59951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00B7E16A-4BBE-690E-5578-B32D6D8DC7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540E40A-E4D6-76B1-8C64-479ECE776779}"/>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516E2E8-B216-080D-A407-D8AEA8805FC0}"/>
              </a:ext>
            </a:extLst>
          </p:cNvPr>
          <p:cNvSpPr>
            <a:spLocks noGrp="1"/>
          </p:cNvSpPr>
          <p:nvPr>
            <p:ph type="dt" sz="half" idx="10"/>
          </p:nvPr>
        </p:nvSpPr>
        <p:spPr/>
        <p:txBody>
          <a:bodyPr/>
          <a:lstStyle/>
          <a:p>
            <a:r>
              <a:rPr lang="fr-FR"/>
              <a:t>16/04/2026</a:t>
            </a:r>
          </a:p>
        </p:txBody>
      </p:sp>
      <p:sp>
        <p:nvSpPr>
          <p:cNvPr id="8" name="Espace réservé du pied de page 7">
            <a:extLst>
              <a:ext uri="{FF2B5EF4-FFF2-40B4-BE49-F238E27FC236}">
                <a16:creationId xmlns:a16="http://schemas.microsoft.com/office/drawing/2014/main" id="{9F0DEC3D-8B6E-D85B-4CAC-E4765465BF72}"/>
              </a:ext>
            </a:extLst>
          </p:cNvPr>
          <p:cNvSpPr>
            <a:spLocks noGrp="1"/>
          </p:cNvSpPr>
          <p:nvPr>
            <p:ph type="ftr" sz="quarter" idx="11"/>
          </p:nvPr>
        </p:nvSpPr>
        <p:spPr/>
        <p:txBody>
          <a:bodyPr/>
          <a:lstStyle/>
          <a:p>
            <a:r>
              <a:rPr lang="fr-FR"/>
              <a:t>IA - Vers une approche globale de gestion des risques</a:t>
            </a:r>
          </a:p>
        </p:txBody>
      </p:sp>
      <p:sp>
        <p:nvSpPr>
          <p:cNvPr id="9" name="Espace réservé du numéro de diapositive 8">
            <a:extLst>
              <a:ext uri="{FF2B5EF4-FFF2-40B4-BE49-F238E27FC236}">
                <a16:creationId xmlns:a16="http://schemas.microsoft.com/office/drawing/2014/main" id="{D52CBC9C-4033-A383-6C1F-7E1A681D5A78}"/>
              </a:ext>
            </a:extLst>
          </p:cNvPr>
          <p:cNvSpPr>
            <a:spLocks noGrp="1"/>
          </p:cNvSpPr>
          <p:nvPr>
            <p:ph type="sldNum" sz="quarter" idx="12"/>
          </p:nvPr>
        </p:nvSpPr>
        <p:spPr/>
        <p:txBody>
          <a:bodyPr/>
          <a:lstStyle/>
          <a:p>
            <a:fld id="{2AB7902B-FF97-4A88-A08E-82393A7FCB0A}" type="slidenum">
              <a:rPr lang="fr-FR" smtClean="0"/>
              <a:t>‹N°›</a:t>
            </a:fld>
            <a:endParaRPr lang="fr-FR"/>
          </a:p>
        </p:txBody>
      </p:sp>
    </p:spTree>
    <p:extLst>
      <p:ext uri="{BB962C8B-B14F-4D97-AF65-F5344CB8AC3E}">
        <p14:creationId xmlns:p14="http://schemas.microsoft.com/office/powerpoint/2010/main" val="2040122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910FA5-3820-ACF2-AD09-4681447B332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725E6B2-8053-3A16-B592-8B98B5B9D249}"/>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7D1263B-1731-E94D-EF1A-5B3D4BB49BE3}"/>
              </a:ext>
            </a:extLst>
          </p:cNvPr>
          <p:cNvSpPr>
            <a:spLocks noGrp="1"/>
          </p:cNvSpPr>
          <p:nvPr>
            <p:ph type="dt" sz="half" idx="10"/>
          </p:nvPr>
        </p:nvSpPr>
        <p:spPr/>
        <p:txBody>
          <a:bodyPr/>
          <a:lstStyle/>
          <a:p>
            <a:r>
              <a:rPr lang="fr-FR"/>
              <a:t>16/04/2026</a:t>
            </a:r>
          </a:p>
        </p:txBody>
      </p:sp>
      <p:sp>
        <p:nvSpPr>
          <p:cNvPr id="5" name="Espace réservé du pied de page 4">
            <a:extLst>
              <a:ext uri="{FF2B5EF4-FFF2-40B4-BE49-F238E27FC236}">
                <a16:creationId xmlns:a16="http://schemas.microsoft.com/office/drawing/2014/main" id="{939F6EAF-5959-74AD-B9C4-96FD19A8D5A6}"/>
              </a:ext>
            </a:extLst>
          </p:cNvPr>
          <p:cNvSpPr>
            <a:spLocks noGrp="1"/>
          </p:cNvSpPr>
          <p:nvPr>
            <p:ph type="ftr" sz="quarter" idx="11"/>
          </p:nvPr>
        </p:nvSpPr>
        <p:spPr/>
        <p:txBody>
          <a:bodyPr/>
          <a:lstStyle/>
          <a:p>
            <a:r>
              <a:rPr lang="fr-FR"/>
              <a:t>IA - Vers une approche globale de gestion des risques</a:t>
            </a:r>
          </a:p>
        </p:txBody>
      </p:sp>
      <p:sp>
        <p:nvSpPr>
          <p:cNvPr id="6" name="Espace réservé du numéro de diapositive 5">
            <a:extLst>
              <a:ext uri="{FF2B5EF4-FFF2-40B4-BE49-F238E27FC236}">
                <a16:creationId xmlns:a16="http://schemas.microsoft.com/office/drawing/2014/main" id="{60DD8575-7056-6EBD-C8AB-84CD910D108E}"/>
              </a:ext>
            </a:extLst>
          </p:cNvPr>
          <p:cNvSpPr>
            <a:spLocks noGrp="1"/>
          </p:cNvSpPr>
          <p:nvPr>
            <p:ph type="sldNum" sz="quarter" idx="12"/>
          </p:nvPr>
        </p:nvSpPr>
        <p:spPr/>
        <p:txBody>
          <a:bodyPr/>
          <a:lstStyle/>
          <a:p>
            <a:fld id="{2AB7902B-FF97-4A88-A08E-82393A7FCB0A}" type="slidenum">
              <a:rPr lang="fr-FR" smtClean="0"/>
              <a:t>‹N°›</a:t>
            </a:fld>
            <a:endParaRPr lang="fr-FR"/>
          </a:p>
        </p:txBody>
      </p:sp>
    </p:spTree>
    <p:extLst>
      <p:ext uri="{BB962C8B-B14F-4D97-AF65-F5344CB8AC3E}">
        <p14:creationId xmlns:p14="http://schemas.microsoft.com/office/powerpoint/2010/main" val="3746444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DDA508-5F7C-EF71-4E60-8F49CBE4BB7F}"/>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9A9894DE-1FE6-9EDC-F32E-DA9506F323A3}"/>
              </a:ext>
            </a:extLst>
          </p:cNvPr>
          <p:cNvSpPr>
            <a:spLocks noGrp="1"/>
          </p:cNvSpPr>
          <p:nvPr>
            <p:ph type="dt" sz="half" idx="10"/>
          </p:nvPr>
        </p:nvSpPr>
        <p:spPr/>
        <p:txBody>
          <a:bodyPr/>
          <a:lstStyle/>
          <a:p>
            <a:r>
              <a:rPr lang="fr-FR"/>
              <a:t>16/04/2026</a:t>
            </a:r>
          </a:p>
        </p:txBody>
      </p:sp>
      <p:sp>
        <p:nvSpPr>
          <p:cNvPr id="4" name="Espace réservé du pied de page 3">
            <a:extLst>
              <a:ext uri="{FF2B5EF4-FFF2-40B4-BE49-F238E27FC236}">
                <a16:creationId xmlns:a16="http://schemas.microsoft.com/office/drawing/2014/main" id="{CE401485-2330-09B6-149E-12A8EBA6DE6E}"/>
              </a:ext>
            </a:extLst>
          </p:cNvPr>
          <p:cNvSpPr>
            <a:spLocks noGrp="1"/>
          </p:cNvSpPr>
          <p:nvPr>
            <p:ph type="ftr" sz="quarter" idx="11"/>
          </p:nvPr>
        </p:nvSpPr>
        <p:spPr/>
        <p:txBody>
          <a:bodyPr/>
          <a:lstStyle/>
          <a:p>
            <a:r>
              <a:rPr lang="fr-FR"/>
              <a:t>IA - Vers une approche globale de gestion des risques</a:t>
            </a:r>
          </a:p>
        </p:txBody>
      </p:sp>
      <p:sp>
        <p:nvSpPr>
          <p:cNvPr id="5" name="Espace réservé du numéro de diapositive 4">
            <a:extLst>
              <a:ext uri="{FF2B5EF4-FFF2-40B4-BE49-F238E27FC236}">
                <a16:creationId xmlns:a16="http://schemas.microsoft.com/office/drawing/2014/main" id="{9997D28E-A1F8-8381-09D7-A95AA6FA002A}"/>
              </a:ext>
            </a:extLst>
          </p:cNvPr>
          <p:cNvSpPr>
            <a:spLocks noGrp="1"/>
          </p:cNvSpPr>
          <p:nvPr>
            <p:ph type="sldNum" sz="quarter" idx="12"/>
          </p:nvPr>
        </p:nvSpPr>
        <p:spPr/>
        <p:txBody>
          <a:bodyPr/>
          <a:lstStyle/>
          <a:p>
            <a:fld id="{2AB7902B-FF97-4A88-A08E-82393A7FCB0A}" type="slidenum">
              <a:rPr lang="fr-FR" smtClean="0"/>
              <a:t>‹N°›</a:t>
            </a:fld>
            <a:endParaRPr lang="fr-FR"/>
          </a:p>
        </p:txBody>
      </p:sp>
    </p:spTree>
    <p:extLst>
      <p:ext uri="{BB962C8B-B14F-4D97-AF65-F5344CB8AC3E}">
        <p14:creationId xmlns:p14="http://schemas.microsoft.com/office/powerpoint/2010/main" val="32124748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722BDC-E1CF-7C8F-1FC4-C7AF4307CB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E645545-A01D-7272-6EE1-7E00AADE2A10}"/>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CC4A2F3C-8094-69D4-913F-1B45AD333D49}"/>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BADEA70-ACC9-09EB-49ED-CA5722D6C00D}"/>
              </a:ext>
            </a:extLst>
          </p:cNvPr>
          <p:cNvSpPr>
            <a:spLocks noGrp="1"/>
          </p:cNvSpPr>
          <p:nvPr>
            <p:ph type="dt" sz="half" idx="10"/>
          </p:nvPr>
        </p:nvSpPr>
        <p:spPr/>
        <p:txBody>
          <a:bodyPr/>
          <a:lstStyle/>
          <a:p>
            <a:r>
              <a:rPr lang="fr-FR"/>
              <a:t>16/04/2026</a:t>
            </a:r>
          </a:p>
        </p:txBody>
      </p:sp>
      <p:sp>
        <p:nvSpPr>
          <p:cNvPr id="6" name="Espace réservé du pied de page 5">
            <a:extLst>
              <a:ext uri="{FF2B5EF4-FFF2-40B4-BE49-F238E27FC236}">
                <a16:creationId xmlns:a16="http://schemas.microsoft.com/office/drawing/2014/main" id="{D9CF3963-6CC6-9F2F-5B83-39767A258FD0}"/>
              </a:ext>
            </a:extLst>
          </p:cNvPr>
          <p:cNvSpPr>
            <a:spLocks noGrp="1"/>
          </p:cNvSpPr>
          <p:nvPr>
            <p:ph type="ftr" sz="quarter" idx="11"/>
          </p:nvPr>
        </p:nvSpPr>
        <p:spPr/>
        <p:txBody>
          <a:bodyPr/>
          <a:lstStyle/>
          <a:p>
            <a:r>
              <a:rPr lang="fr-FR"/>
              <a:t>IA - Vers une approche globale de gestion des risques</a:t>
            </a:r>
          </a:p>
        </p:txBody>
      </p:sp>
      <p:sp>
        <p:nvSpPr>
          <p:cNvPr id="7" name="Espace réservé du numéro de diapositive 6">
            <a:extLst>
              <a:ext uri="{FF2B5EF4-FFF2-40B4-BE49-F238E27FC236}">
                <a16:creationId xmlns:a16="http://schemas.microsoft.com/office/drawing/2014/main" id="{BE4CB5B9-7AB1-65D0-6DF5-ECF1369FF37A}"/>
              </a:ext>
            </a:extLst>
          </p:cNvPr>
          <p:cNvSpPr>
            <a:spLocks noGrp="1"/>
          </p:cNvSpPr>
          <p:nvPr>
            <p:ph type="sldNum" sz="quarter" idx="12"/>
          </p:nvPr>
        </p:nvSpPr>
        <p:spPr/>
        <p:txBody>
          <a:bodyPr/>
          <a:lstStyle/>
          <a:p>
            <a:fld id="{2AB7902B-FF97-4A88-A08E-82393A7FCB0A}" type="slidenum">
              <a:rPr lang="fr-FR" smtClean="0"/>
              <a:t>‹N°›</a:t>
            </a:fld>
            <a:endParaRPr lang="fr-FR"/>
          </a:p>
        </p:txBody>
      </p:sp>
    </p:spTree>
    <p:extLst>
      <p:ext uri="{BB962C8B-B14F-4D97-AF65-F5344CB8AC3E}">
        <p14:creationId xmlns:p14="http://schemas.microsoft.com/office/powerpoint/2010/main" val="491198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s://creativecommons.org/licenses/by-sa/4.0/deed.fr"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456739F-1430-A14D-42A3-C579BF4A96E3}"/>
              </a:ext>
            </a:extLst>
          </p:cNvPr>
          <p:cNvSpPr>
            <a:spLocks noGrp="1"/>
          </p:cNvSpPr>
          <p:nvPr>
            <p:ph type="title"/>
          </p:nvPr>
        </p:nvSpPr>
        <p:spPr>
          <a:xfrm>
            <a:off x="1237674" y="365126"/>
            <a:ext cx="10116126" cy="669348"/>
          </a:xfrm>
          <a:prstGeom prst="rect">
            <a:avLst/>
          </a:prstGeom>
        </p:spPr>
        <p:txBody>
          <a:bodyPr vert="horz" lIns="91440" tIns="45720" rIns="91440" bIns="45720" rtlCol="0" anchor="ctr">
            <a:normAutofit/>
          </a:bodyPr>
          <a:lstStyle/>
          <a:p>
            <a:r>
              <a:rPr lang="fr-FR" dirty="0"/>
              <a:t>Modifiez le style du titre</a:t>
            </a:r>
          </a:p>
        </p:txBody>
      </p:sp>
      <p:sp>
        <p:nvSpPr>
          <p:cNvPr id="3" name="Espace réservé du texte 2">
            <a:extLst>
              <a:ext uri="{FF2B5EF4-FFF2-40B4-BE49-F238E27FC236}">
                <a16:creationId xmlns:a16="http://schemas.microsoft.com/office/drawing/2014/main" id="{4A6D6574-B768-EE70-3C97-EDD5025D59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B416864-F191-2275-4623-10F43BA0B5B7}"/>
              </a:ext>
            </a:extLst>
          </p:cNvPr>
          <p:cNvSpPr>
            <a:spLocks noGrp="1"/>
          </p:cNvSpPr>
          <p:nvPr>
            <p:ph type="dt" sz="half" idx="2"/>
          </p:nvPr>
        </p:nvSpPr>
        <p:spPr>
          <a:xfrm>
            <a:off x="838200" y="6356350"/>
            <a:ext cx="936000" cy="365125"/>
          </a:xfrm>
          <a:prstGeom prst="rect">
            <a:avLst/>
          </a:prstGeom>
        </p:spPr>
        <p:txBody>
          <a:bodyPr vert="horz" lIns="91440" tIns="45720" rIns="91440" bIns="45720" rtlCol="0" anchor="ctr"/>
          <a:lstStyle>
            <a:lvl1pPr algn="l">
              <a:defRPr sz="1200">
                <a:solidFill>
                  <a:srgbClr val="7A7A7A"/>
                </a:solidFill>
              </a:defRPr>
            </a:lvl1pPr>
          </a:lstStyle>
          <a:p>
            <a:r>
              <a:rPr lang="fr-FR"/>
              <a:t>16/04/2026</a:t>
            </a:r>
            <a:endParaRPr lang="fr-FR" dirty="0"/>
          </a:p>
        </p:txBody>
      </p:sp>
      <p:sp>
        <p:nvSpPr>
          <p:cNvPr id="5" name="Espace réservé du pied de page 4">
            <a:extLst>
              <a:ext uri="{FF2B5EF4-FFF2-40B4-BE49-F238E27FC236}">
                <a16:creationId xmlns:a16="http://schemas.microsoft.com/office/drawing/2014/main" id="{4FF2A01E-B405-1A11-DF49-A272C2E8EF13}"/>
              </a:ext>
            </a:extLst>
          </p:cNvPr>
          <p:cNvSpPr>
            <a:spLocks noGrp="1"/>
          </p:cNvSpPr>
          <p:nvPr>
            <p:ph type="ftr" sz="quarter" idx="3"/>
          </p:nvPr>
        </p:nvSpPr>
        <p:spPr>
          <a:xfrm>
            <a:off x="5461607" y="6356350"/>
            <a:ext cx="5176382" cy="365125"/>
          </a:xfrm>
          <a:prstGeom prst="rect">
            <a:avLst/>
          </a:prstGeom>
        </p:spPr>
        <p:txBody>
          <a:bodyPr vert="horz" lIns="91440" tIns="45720" rIns="91440" bIns="45720" rtlCol="0" anchor="ctr"/>
          <a:lstStyle>
            <a:lvl1pPr algn="ctr">
              <a:defRPr sz="1200">
                <a:solidFill>
                  <a:srgbClr val="7A7A7A"/>
                </a:solidFill>
              </a:defRPr>
            </a:lvl1pPr>
          </a:lstStyle>
          <a:p>
            <a:r>
              <a:rPr lang="fr-FR"/>
              <a:t>IA - Vers une approche globale de gestion des risques</a:t>
            </a:r>
            <a:endParaRPr lang="fr-FR" dirty="0"/>
          </a:p>
        </p:txBody>
      </p:sp>
      <p:sp>
        <p:nvSpPr>
          <p:cNvPr id="6" name="Espace réservé du numéro de diapositive 5">
            <a:extLst>
              <a:ext uri="{FF2B5EF4-FFF2-40B4-BE49-F238E27FC236}">
                <a16:creationId xmlns:a16="http://schemas.microsoft.com/office/drawing/2014/main" id="{C3298CDB-BF7B-0E5F-AC1B-FA414485FB84}"/>
              </a:ext>
            </a:extLst>
          </p:cNvPr>
          <p:cNvSpPr>
            <a:spLocks noGrp="1"/>
          </p:cNvSpPr>
          <p:nvPr>
            <p:ph type="sldNum" sz="quarter" idx="4"/>
          </p:nvPr>
        </p:nvSpPr>
        <p:spPr>
          <a:xfrm>
            <a:off x="10797308" y="6356350"/>
            <a:ext cx="556491" cy="365125"/>
          </a:xfrm>
          <a:prstGeom prst="rect">
            <a:avLst/>
          </a:prstGeom>
        </p:spPr>
        <p:txBody>
          <a:bodyPr vert="horz" lIns="91440" tIns="45720" rIns="91440" bIns="45720" rtlCol="0" anchor="ctr"/>
          <a:lstStyle>
            <a:lvl1pPr algn="r">
              <a:defRPr sz="1200">
                <a:solidFill>
                  <a:srgbClr val="7A7A7A"/>
                </a:solidFill>
              </a:defRPr>
            </a:lvl1pPr>
          </a:lstStyle>
          <a:p>
            <a:fld id="{294A09A9-5501-47C1-A89A-A340965A2BE2}" type="slidenum">
              <a:rPr lang="fr-FR" smtClean="0"/>
              <a:pPr/>
              <a:t>‹N°›</a:t>
            </a:fld>
            <a:endParaRPr lang="fr-FR" dirty="0"/>
          </a:p>
        </p:txBody>
      </p:sp>
      <p:pic>
        <p:nvPicPr>
          <p:cNvPr id="7" name="Picture 2" descr="Résultat de recherche d'images pour &quot;cc by sa png&quot;&quot;">
            <a:hlinkClick r:id="rId14"/>
            <a:extLst>
              <a:ext uri="{FF2B5EF4-FFF2-40B4-BE49-F238E27FC236}">
                <a16:creationId xmlns:a16="http://schemas.microsoft.com/office/drawing/2014/main" id="{DFB44219-4018-AF9B-0164-8970DC295C97}"/>
              </a:ext>
            </a:extLst>
          </p:cNvPr>
          <p:cNvPicPr>
            <a:picLocks noChangeAspect="1" noChangeArrowheads="1"/>
          </p:cNvPicPr>
          <p:nvPr userDrawn="1"/>
        </p:nvPicPr>
        <p:blipFill>
          <a:blip r:embed="rId15" cstate="print"/>
          <a:srcRect/>
          <a:stretch>
            <a:fillRect/>
          </a:stretch>
        </p:blipFill>
        <p:spPr bwMode="auto">
          <a:xfrm>
            <a:off x="4179754" y="6357875"/>
            <a:ext cx="1080000" cy="380531"/>
          </a:xfrm>
          <a:prstGeom prst="rect">
            <a:avLst/>
          </a:prstGeom>
          <a:noFill/>
        </p:spPr>
      </p:pic>
      <p:pic>
        <p:nvPicPr>
          <p:cNvPr id="8" name="Image 7" descr="Une image contenant art, capture d’écran, Rectangle, motif&#10;&#10;Description générée automatiquement">
            <a:extLst>
              <a:ext uri="{FF2B5EF4-FFF2-40B4-BE49-F238E27FC236}">
                <a16:creationId xmlns:a16="http://schemas.microsoft.com/office/drawing/2014/main" id="{B6AF852A-F3E6-0527-1A87-7B20C7FCAC86}"/>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413327" y="365126"/>
            <a:ext cx="669600" cy="669600"/>
          </a:xfrm>
          <a:prstGeom prst="rect">
            <a:avLst/>
          </a:prstGeom>
        </p:spPr>
      </p:pic>
      <p:sp>
        <p:nvSpPr>
          <p:cNvPr id="9" name="Espace réservé du texte 12">
            <a:extLst>
              <a:ext uri="{FF2B5EF4-FFF2-40B4-BE49-F238E27FC236}">
                <a16:creationId xmlns:a16="http://schemas.microsoft.com/office/drawing/2014/main" id="{6A83077D-64F8-FEC0-8871-5ACAAEA330B2}"/>
              </a:ext>
            </a:extLst>
          </p:cNvPr>
          <p:cNvSpPr txBox="1">
            <a:spLocks/>
          </p:cNvSpPr>
          <p:nvPr userDrawn="1"/>
        </p:nvSpPr>
        <p:spPr>
          <a:xfrm>
            <a:off x="1976051" y="6357875"/>
            <a:ext cx="900000" cy="363600"/>
          </a:xfrm>
          <a:prstGeom prst="rect">
            <a:avLst/>
          </a:prstGeom>
          <a:solidFill>
            <a:schemeClr val="tx1"/>
          </a:solidFill>
        </p:spPr>
        <p:txBody>
          <a:bodyPr vert="horz" lIns="91440" tIns="45720" rIns="91440" bIns="45720" rtlCol="0" anchor="ctr"/>
          <a:lstStyle>
            <a:lvl1pPr marL="0" indent="0" algn="ctr" defTabSz="914400" rtl="0" eaLnBrk="1" latinLnBrk="0" hangingPunct="1">
              <a:lnSpc>
                <a:spcPct val="90000"/>
              </a:lnSpc>
              <a:spcBef>
                <a:spcPts val="1000"/>
              </a:spcBef>
              <a:buFont typeface="Arial" panose="020B0604020202020204" pitchFamily="34" charset="0"/>
              <a:buNone/>
              <a:defRPr lang="fr-FR" sz="12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TLP:CLEAR</a:t>
            </a:r>
          </a:p>
        </p:txBody>
      </p:sp>
      <p:sp>
        <p:nvSpPr>
          <p:cNvPr id="10" name="Espace réservé du texte 7">
            <a:extLst>
              <a:ext uri="{FF2B5EF4-FFF2-40B4-BE49-F238E27FC236}">
                <a16:creationId xmlns:a16="http://schemas.microsoft.com/office/drawing/2014/main" id="{23A1ED8C-4CF6-337D-EC9C-18B046F3D240}"/>
              </a:ext>
            </a:extLst>
          </p:cNvPr>
          <p:cNvSpPr txBox="1">
            <a:spLocks/>
          </p:cNvSpPr>
          <p:nvPr userDrawn="1"/>
        </p:nvSpPr>
        <p:spPr>
          <a:xfrm>
            <a:off x="3077902" y="6357875"/>
            <a:ext cx="900000" cy="363600"/>
          </a:xfrm>
          <a:prstGeom prst="rect">
            <a:avLst/>
          </a:prstGeom>
          <a:solidFill>
            <a:schemeClr val="tx1"/>
          </a:solidFill>
        </p:spPr>
        <p:txBody>
          <a:bodyPr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1200" b="1"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PAP:CLEAR</a:t>
            </a:r>
          </a:p>
        </p:txBody>
      </p:sp>
    </p:spTree>
    <p:extLst>
      <p:ext uri="{BB962C8B-B14F-4D97-AF65-F5344CB8AC3E}">
        <p14:creationId xmlns:p14="http://schemas.microsoft.com/office/powerpoint/2010/main" val="748153411"/>
      </p:ext>
    </p:extLst>
  </p:cSld>
  <p:clrMap bg1="lt1" tx1="dk1" bg2="lt2" tx2="dk2" accent1="accent1" accent2="accent2" accent3="accent3" accent4="accent4" accent5="accent5" accent6="accent6" hlink="hlink" folHlink="folHlink"/>
  <p:sldLayoutIdLst>
    <p:sldLayoutId id="2147483754" r:id="rId1"/>
    <p:sldLayoutId id="2147483722" r:id="rId2"/>
    <p:sldLayoutId id="2147483756" r:id="rId3"/>
    <p:sldLayoutId id="2147483752" r:id="rId4"/>
    <p:sldLayoutId id="2147483725" r:id="rId5"/>
    <p:sldLayoutId id="2147483755" r:id="rId6"/>
    <p:sldLayoutId id="2147483727" r:id="rId7"/>
    <p:sldLayoutId id="2147483723" r:id="rId8"/>
    <p:sldLayoutId id="2147483757" r:id="rId9"/>
    <p:sldLayoutId id="2147483758" r:id="rId10"/>
    <p:sldLayoutId id="2147483759" r:id="rId11"/>
    <p:sldLayoutId id="2147483760"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github.com/matthieu-grall/ai"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5.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5.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5.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hyperlink" Target="https://github.com/matthieu-grall/ai" TargetMode="Externa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634642AD-7787-1A3F-8BAC-E45C58ABA037}"/>
              </a:ext>
            </a:extLst>
          </p:cNvPr>
          <p:cNvSpPr>
            <a:spLocks noGrp="1"/>
          </p:cNvSpPr>
          <p:nvPr>
            <p:ph type="title"/>
          </p:nvPr>
        </p:nvSpPr>
        <p:spPr/>
        <p:txBody>
          <a:bodyPr/>
          <a:lstStyle/>
          <a:p>
            <a:r>
              <a:rPr lang="fr-FR" dirty="0"/>
              <a:t>Vers une approche globale de gestion des risques</a:t>
            </a:r>
          </a:p>
        </p:txBody>
      </p:sp>
      <p:sp>
        <p:nvSpPr>
          <p:cNvPr id="16" name="Espace réservé du texte 15">
            <a:extLst>
              <a:ext uri="{FF2B5EF4-FFF2-40B4-BE49-F238E27FC236}">
                <a16:creationId xmlns:a16="http://schemas.microsoft.com/office/drawing/2014/main" id="{3F90AFC7-F201-0E8F-B40D-7FE58EF63410}"/>
              </a:ext>
            </a:extLst>
          </p:cNvPr>
          <p:cNvSpPr>
            <a:spLocks noGrp="1"/>
          </p:cNvSpPr>
          <p:nvPr>
            <p:ph type="body" sz="quarter" idx="14"/>
          </p:nvPr>
        </p:nvSpPr>
        <p:spPr/>
        <p:txBody>
          <a:bodyPr/>
          <a:lstStyle/>
          <a:p>
            <a:r>
              <a:rPr lang="fr-FR" dirty="0"/>
              <a:t>TLP:CLEAR</a:t>
            </a:r>
          </a:p>
        </p:txBody>
      </p:sp>
      <p:sp>
        <p:nvSpPr>
          <p:cNvPr id="18" name="Espace réservé du texte 17">
            <a:extLst>
              <a:ext uri="{FF2B5EF4-FFF2-40B4-BE49-F238E27FC236}">
                <a16:creationId xmlns:a16="http://schemas.microsoft.com/office/drawing/2014/main" id="{84E2097C-F31E-AD0D-EE84-54298E3FA107}"/>
              </a:ext>
            </a:extLst>
          </p:cNvPr>
          <p:cNvSpPr>
            <a:spLocks noGrp="1"/>
          </p:cNvSpPr>
          <p:nvPr>
            <p:ph type="body" sz="quarter" idx="15"/>
          </p:nvPr>
        </p:nvSpPr>
        <p:spPr/>
        <p:txBody>
          <a:bodyPr/>
          <a:lstStyle/>
          <a:p>
            <a:r>
              <a:rPr lang="fr-FR" dirty="0"/>
              <a:t>PAP:CLEAR</a:t>
            </a:r>
          </a:p>
        </p:txBody>
      </p:sp>
      <p:sp>
        <p:nvSpPr>
          <p:cNvPr id="2" name="Espace réservé de la date 4">
            <a:extLst>
              <a:ext uri="{FF2B5EF4-FFF2-40B4-BE49-F238E27FC236}">
                <a16:creationId xmlns:a16="http://schemas.microsoft.com/office/drawing/2014/main" id="{36F48A7D-0EC3-6B11-1356-2C9D0D1508EC}"/>
              </a:ext>
            </a:extLst>
          </p:cNvPr>
          <p:cNvSpPr>
            <a:spLocks noGrp="1"/>
          </p:cNvSpPr>
          <p:nvPr/>
        </p:nvSpPr>
        <p:spPr>
          <a:xfrm>
            <a:off x="838200" y="5561099"/>
            <a:ext cx="936000" cy="365125"/>
          </a:xfrm>
          <a:prstGeom prst="rect">
            <a:avLst/>
          </a:prstGeom>
        </p:spPr>
        <p:txBody>
          <a:bodyPr vert="horz" lIns="91440" tIns="45720" rIns="91440" bIns="45720" rtlCol="0" anchor="ctr"/>
          <a:lstStyle>
            <a:defPPr>
              <a:defRPr lang="fr-FR"/>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fr-FR" noProof="0" dirty="0"/>
              <a:t>08/04/2026</a:t>
            </a:r>
          </a:p>
        </p:txBody>
      </p:sp>
      <p:sp>
        <p:nvSpPr>
          <p:cNvPr id="3" name="Espace réservé du pied de page 3">
            <a:extLst>
              <a:ext uri="{FF2B5EF4-FFF2-40B4-BE49-F238E27FC236}">
                <a16:creationId xmlns:a16="http://schemas.microsoft.com/office/drawing/2014/main" id="{86D26AF3-8B65-276A-EF8D-9C7012BF4455}"/>
              </a:ext>
            </a:extLst>
          </p:cNvPr>
          <p:cNvSpPr>
            <a:spLocks noGrp="1"/>
          </p:cNvSpPr>
          <p:nvPr/>
        </p:nvSpPr>
        <p:spPr>
          <a:xfrm>
            <a:off x="838200" y="1865745"/>
            <a:ext cx="7779327" cy="2117446"/>
          </a:xfrm>
          <a:prstGeom prst="rect">
            <a:avLst/>
          </a:prstGeom>
        </p:spPr>
        <p:txBody>
          <a:bodyPr vert="horz" lIns="91440" tIns="45720" rIns="91440" bIns="45720" rtlCol="0" anchor="b" anchorCtr="0"/>
          <a:lstStyle>
            <a:defPPr>
              <a:defRPr lang="fr-FR"/>
            </a:defPPr>
            <a:lvl1pPr marL="0" algn="ctr" defTabSz="914400" rtl="0" eaLnBrk="1" latinLnBrk="0" hangingPunct="1">
              <a:defRPr sz="4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fr-FR" dirty="0"/>
              <a:t>Intelligence artificielle</a:t>
            </a:r>
            <a:endParaRPr lang="fr-FR" i="1" dirty="0"/>
          </a:p>
        </p:txBody>
      </p:sp>
    </p:spTree>
    <p:extLst>
      <p:ext uri="{BB962C8B-B14F-4D97-AF65-F5344CB8AC3E}">
        <p14:creationId xmlns:p14="http://schemas.microsoft.com/office/powerpoint/2010/main" val="208998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46478CF-9F94-590A-DB74-A35F02A04627}"/>
              </a:ext>
            </a:extLst>
          </p:cNvPr>
          <p:cNvSpPr>
            <a:spLocks noGrp="1"/>
          </p:cNvSpPr>
          <p:nvPr>
            <p:ph type="dt" sz="half" idx="10"/>
          </p:nvPr>
        </p:nvSpPr>
        <p:spPr/>
        <p:txBody>
          <a:bodyPr/>
          <a:lstStyle/>
          <a:p>
            <a:r>
              <a:rPr lang="fr-FR"/>
              <a:t>16/04/2026</a:t>
            </a:r>
            <a:endParaRPr lang="fr-FR" dirty="0"/>
          </a:p>
        </p:txBody>
      </p:sp>
      <p:sp>
        <p:nvSpPr>
          <p:cNvPr id="3" name="Espace réservé du pied de page 2">
            <a:extLst>
              <a:ext uri="{FF2B5EF4-FFF2-40B4-BE49-F238E27FC236}">
                <a16:creationId xmlns:a16="http://schemas.microsoft.com/office/drawing/2014/main" id="{F95E4E09-0F88-2E2D-AD1F-555E7D698F55}"/>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4" name="Espace réservé du numéro de diapositive 3">
            <a:extLst>
              <a:ext uri="{FF2B5EF4-FFF2-40B4-BE49-F238E27FC236}">
                <a16:creationId xmlns:a16="http://schemas.microsoft.com/office/drawing/2014/main" id="{4A06A9AD-C535-BD5F-1AC9-607B5F93D3CA}"/>
              </a:ext>
            </a:extLst>
          </p:cNvPr>
          <p:cNvSpPr>
            <a:spLocks noGrp="1"/>
          </p:cNvSpPr>
          <p:nvPr>
            <p:ph type="sldNum" sz="quarter" idx="12"/>
          </p:nvPr>
        </p:nvSpPr>
        <p:spPr/>
        <p:txBody>
          <a:bodyPr/>
          <a:lstStyle/>
          <a:p>
            <a:fld id="{294A09A9-5501-47C1-A89A-A340965A2BE2}" type="slidenum">
              <a:rPr lang="fr-FR" smtClean="0"/>
              <a:pPr/>
              <a:t>2</a:t>
            </a:fld>
            <a:endParaRPr lang="fr-FR"/>
          </a:p>
        </p:txBody>
      </p:sp>
      <p:sp>
        <p:nvSpPr>
          <p:cNvPr id="9" name="Titre 8">
            <a:extLst>
              <a:ext uri="{FF2B5EF4-FFF2-40B4-BE49-F238E27FC236}">
                <a16:creationId xmlns:a16="http://schemas.microsoft.com/office/drawing/2014/main" id="{3B093F4D-5F84-5C01-8412-1ACA3D04EDD2}"/>
              </a:ext>
            </a:extLst>
          </p:cNvPr>
          <p:cNvSpPr>
            <a:spLocks noGrp="1"/>
          </p:cNvSpPr>
          <p:nvPr>
            <p:ph type="title"/>
          </p:nvPr>
        </p:nvSpPr>
        <p:spPr/>
        <p:txBody>
          <a:bodyPr>
            <a:normAutofit fontScale="90000"/>
          </a:bodyPr>
          <a:lstStyle/>
          <a:p>
            <a:r>
              <a:rPr lang="fr-FR" dirty="0"/>
              <a:t>De quoi allons-nous parler ?</a:t>
            </a:r>
          </a:p>
        </p:txBody>
      </p:sp>
      <p:sp>
        <p:nvSpPr>
          <p:cNvPr id="10" name="Espace réservé du contenu 9">
            <a:extLst>
              <a:ext uri="{FF2B5EF4-FFF2-40B4-BE49-F238E27FC236}">
                <a16:creationId xmlns:a16="http://schemas.microsoft.com/office/drawing/2014/main" id="{6F9D35EE-80C2-4289-B6B8-EF92BFCDA6D6}"/>
              </a:ext>
            </a:extLst>
          </p:cNvPr>
          <p:cNvSpPr>
            <a:spLocks noGrp="1"/>
          </p:cNvSpPr>
          <p:nvPr>
            <p:ph sz="half" idx="2"/>
          </p:nvPr>
        </p:nvSpPr>
        <p:spPr/>
        <p:txBody>
          <a:bodyPr>
            <a:normAutofit/>
          </a:bodyPr>
          <a:lstStyle/>
          <a:p>
            <a:endParaRPr lang="fr-FR" dirty="0"/>
          </a:p>
          <a:p>
            <a:r>
              <a:rPr lang="fr-FR" dirty="0"/>
              <a:t>La problématique</a:t>
            </a:r>
          </a:p>
          <a:p>
            <a:endParaRPr lang="fr-FR" dirty="0"/>
          </a:p>
          <a:p>
            <a:r>
              <a:rPr lang="fr-FR" dirty="0"/>
              <a:t>La proposition</a:t>
            </a:r>
          </a:p>
          <a:p>
            <a:endParaRPr lang="fr-FR" dirty="0"/>
          </a:p>
          <a:p>
            <a:r>
              <a:rPr lang="fr-FR" dirty="0"/>
              <a:t>Les suites</a:t>
            </a:r>
          </a:p>
          <a:p>
            <a:endParaRPr lang="fr-FR" dirty="0"/>
          </a:p>
          <a:p>
            <a:pPr marL="0" indent="0">
              <a:buNone/>
            </a:pPr>
            <a:r>
              <a:rPr lang="fr-FR" sz="2000" dirty="0"/>
              <a:t>Le projet collaboratif en cours : </a:t>
            </a:r>
            <a:r>
              <a:rPr lang="fr-FR" sz="2000" dirty="0">
                <a:hlinkClick r:id="rId2"/>
              </a:rPr>
              <a:t>https://github.com/matthieu-grall/ai</a:t>
            </a:r>
            <a:endParaRPr lang="fr-FR" sz="2000" dirty="0"/>
          </a:p>
        </p:txBody>
      </p:sp>
      <p:sp>
        <p:nvSpPr>
          <p:cNvPr id="11" name="Espace réservé du texte 10">
            <a:extLst>
              <a:ext uri="{FF2B5EF4-FFF2-40B4-BE49-F238E27FC236}">
                <a16:creationId xmlns:a16="http://schemas.microsoft.com/office/drawing/2014/main" id="{76B61490-1FAA-A079-8AD2-F693B0ECF573}"/>
              </a:ext>
            </a:extLst>
          </p:cNvPr>
          <p:cNvSpPr>
            <a:spLocks noGrp="1"/>
          </p:cNvSpPr>
          <p:nvPr>
            <p:ph type="body" sz="quarter" idx="13"/>
          </p:nvPr>
        </p:nvSpPr>
        <p:spPr/>
        <p:txBody>
          <a:bodyPr>
            <a:normAutofit/>
          </a:bodyPr>
          <a:lstStyle/>
          <a:p>
            <a:r>
              <a:rPr lang="fr-FR" dirty="0"/>
              <a:t>Intelligence artificielle (IA), systèmes d’IA, référentiels, etc.</a:t>
            </a:r>
          </a:p>
        </p:txBody>
      </p:sp>
      <p:pic>
        <p:nvPicPr>
          <p:cNvPr id="1030" name="Picture 6" descr="La semaine dernière, j'ai eu le plaisir de faire du dessin en direct lors  du Data &amp; IA Day du Groupe Covéa. Très belle journée, riche d'interventions  très diverses et permettant de">
            <a:extLst>
              <a:ext uri="{FF2B5EF4-FFF2-40B4-BE49-F238E27FC236}">
                <a16:creationId xmlns:a16="http://schemas.microsoft.com/office/drawing/2014/main" id="{9F23A002-DAC9-D17B-0212-6BF5ED39CE14}"/>
              </a:ext>
            </a:extLst>
          </p:cNvPr>
          <p:cNvPicPr>
            <a:picLocks noGrp="1" noChangeAspect="1" noChangeArrowheads="1"/>
          </p:cNvPicPr>
          <p:nvPr>
            <p:ph type="pic" sz="quarter" idx="14"/>
          </p:nvPr>
        </p:nvPicPr>
        <p:blipFill rotWithShape="1">
          <a:blip r:embed="rId3">
            <a:extLst>
              <a:ext uri="{28A0092B-C50C-407E-A947-70E740481C1C}">
                <a14:useLocalDpi xmlns:a14="http://schemas.microsoft.com/office/drawing/2010/main" val="0"/>
              </a:ext>
            </a:extLst>
          </a:blip>
          <a:srcRect t="540" b="1794"/>
          <a:stretch>
            <a:fillRect/>
          </a:stretch>
        </p:blipFill>
        <p:spPr bwMode="auto">
          <a:xfrm>
            <a:off x="1237674" y="1643101"/>
            <a:ext cx="4390966" cy="4277722"/>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641E52BC-F7E4-CA28-BD59-716AB5686AAE}"/>
              </a:ext>
            </a:extLst>
          </p:cNvPr>
          <p:cNvSpPr txBox="1"/>
          <p:nvPr/>
        </p:nvSpPr>
        <p:spPr>
          <a:xfrm>
            <a:off x="2672080" y="5861587"/>
            <a:ext cx="1149033" cy="276999"/>
          </a:xfrm>
          <a:prstGeom prst="rect">
            <a:avLst/>
          </a:prstGeom>
          <a:noFill/>
        </p:spPr>
        <p:txBody>
          <a:bodyPr wrap="none" rtlCol="0">
            <a:spAutoFit/>
          </a:bodyPr>
          <a:lstStyle/>
          <a:p>
            <a:r>
              <a:rPr lang="fr-FR" sz="1200" dirty="0"/>
              <a:t>© Copyright Fix</a:t>
            </a:r>
          </a:p>
        </p:txBody>
      </p:sp>
    </p:spTree>
    <p:extLst>
      <p:ext uri="{BB962C8B-B14F-4D97-AF65-F5344CB8AC3E}">
        <p14:creationId xmlns:p14="http://schemas.microsoft.com/office/powerpoint/2010/main" val="1968643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4EB754D1-DD16-111D-8039-72C38C13EAFC}"/>
              </a:ext>
            </a:extLst>
          </p:cNvPr>
          <p:cNvSpPr>
            <a:spLocks noGrp="1"/>
          </p:cNvSpPr>
          <p:nvPr>
            <p:ph type="title"/>
          </p:nvPr>
        </p:nvSpPr>
        <p:spPr/>
        <p:txBody>
          <a:bodyPr>
            <a:normAutofit fontScale="90000"/>
          </a:bodyPr>
          <a:lstStyle/>
          <a:p>
            <a:r>
              <a:rPr lang="fr-FR" dirty="0"/>
              <a:t>Le projet en synthèse</a:t>
            </a:r>
          </a:p>
        </p:txBody>
      </p:sp>
      <p:sp>
        <p:nvSpPr>
          <p:cNvPr id="5" name="Espace réservé du contenu 4">
            <a:extLst>
              <a:ext uri="{FF2B5EF4-FFF2-40B4-BE49-F238E27FC236}">
                <a16:creationId xmlns:a16="http://schemas.microsoft.com/office/drawing/2014/main" id="{41A7D3F7-7AC0-9ED1-CC33-9CF501257FE4}"/>
              </a:ext>
            </a:extLst>
          </p:cNvPr>
          <p:cNvSpPr>
            <a:spLocks noGrp="1"/>
          </p:cNvSpPr>
          <p:nvPr>
            <p:ph sz="half" idx="1"/>
          </p:nvPr>
        </p:nvSpPr>
        <p:spPr/>
        <p:txBody>
          <a:bodyPr>
            <a:normAutofit fontScale="70000" lnSpcReduction="20000"/>
          </a:bodyPr>
          <a:lstStyle/>
          <a:p>
            <a:pPr marL="0" indent="0">
              <a:buNone/>
            </a:pPr>
            <a:r>
              <a:rPr lang="fr-FR" sz="3400" b="1" dirty="0">
                <a:latin typeface="Calibri Light" panose="020F0302020204030204" pitchFamily="34" charset="0"/>
                <a:cs typeface="Calibri Light" panose="020F0302020204030204" pitchFamily="34" charset="0"/>
              </a:rPr>
              <a:t>La problématique : on ne sait plus par quel bout prendre le problème</a:t>
            </a:r>
          </a:p>
          <a:p>
            <a:r>
              <a:rPr lang="fr-FR" b="1" dirty="0">
                <a:latin typeface="Calibri Light" panose="020F0302020204030204" pitchFamily="34" charset="0"/>
                <a:cs typeface="Calibri Light" panose="020F0302020204030204" pitchFamily="34" charset="0"/>
              </a:rPr>
              <a:t>Une multitude de référentiels</a:t>
            </a:r>
            <a:r>
              <a:rPr lang="fr-FR" dirty="0">
                <a:latin typeface="Calibri Light" panose="020F0302020204030204" pitchFamily="34" charset="0"/>
                <a:cs typeface="Calibri Light" panose="020F0302020204030204" pitchFamily="34" charset="0"/>
              </a:rPr>
              <a:t> et travaux en cours, chacun incomplet, tous incohérents !</a:t>
            </a:r>
          </a:p>
          <a:p>
            <a:r>
              <a:rPr lang="fr-FR" b="1" dirty="0">
                <a:latin typeface="Calibri Light" panose="020F0302020204030204" pitchFamily="34" charset="0"/>
                <a:cs typeface="Calibri Light" panose="020F0302020204030204" pitchFamily="34" charset="0"/>
              </a:rPr>
              <a:t>Les institutions ont des domaines de compétences limités</a:t>
            </a:r>
          </a:p>
          <a:p>
            <a:r>
              <a:rPr lang="fr-FR" b="1" dirty="0">
                <a:latin typeface="Calibri Light" panose="020F0302020204030204" pitchFamily="34" charset="0"/>
                <a:cs typeface="Calibri Light" panose="020F0302020204030204" pitchFamily="34" charset="0"/>
              </a:rPr>
              <a:t>Les organisations ne segmentent pas</a:t>
            </a:r>
            <a:r>
              <a:rPr lang="fr-FR" dirty="0">
                <a:latin typeface="Calibri Light" panose="020F0302020204030204" pitchFamily="34" charset="0"/>
                <a:cs typeface="Calibri Light" panose="020F0302020204030204" pitchFamily="34" charset="0"/>
              </a:rPr>
              <a:t> : elles doivent tout appliquer !</a:t>
            </a:r>
          </a:p>
          <a:p>
            <a:r>
              <a:rPr lang="fr-FR" b="1" dirty="0">
                <a:latin typeface="Calibri Light" panose="020F0302020204030204" pitchFamily="34" charset="0"/>
                <a:cs typeface="Calibri Light" panose="020F0302020204030204" pitchFamily="34" charset="0"/>
              </a:rPr>
              <a:t>Un Règlement IA général en théorie, des projets de normes inapplicables en pratique</a:t>
            </a:r>
          </a:p>
          <a:p>
            <a:pPr lvl="1"/>
            <a:r>
              <a:rPr lang="fr-FR" dirty="0">
                <a:latin typeface="Calibri Light" panose="020F0302020204030204" pitchFamily="34" charset="0"/>
                <a:cs typeface="Calibri Light" panose="020F0302020204030204" pitchFamily="34" charset="0"/>
              </a:rPr>
              <a:t>Lobby rejetant avec force tous les travaux d’harmonisation réalisés depuis des dizaines d’années et ayant fait l’objet de consensus internationaux de tous les domaines au profit d’une approche américaine de sureté de dispositifs médicaux</a:t>
            </a:r>
          </a:p>
        </p:txBody>
      </p:sp>
      <p:sp>
        <p:nvSpPr>
          <p:cNvPr id="7" name="Espace réservé du contenu 6">
            <a:extLst>
              <a:ext uri="{FF2B5EF4-FFF2-40B4-BE49-F238E27FC236}">
                <a16:creationId xmlns:a16="http://schemas.microsoft.com/office/drawing/2014/main" id="{8B759121-E16C-4EF8-F7C8-A1BC24C55BA5}"/>
              </a:ext>
            </a:extLst>
          </p:cNvPr>
          <p:cNvSpPr>
            <a:spLocks noGrp="1"/>
          </p:cNvSpPr>
          <p:nvPr>
            <p:ph sz="half" idx="2"/>
          </p:nvPr>
        </p:nvSpPr>
        <p:spPr/>
        <p:txBody>
          <a:bodyPr>
            <a:normAutofit fontScale="77500" lnSpcReduction="20000"/>
          </a:bodyPr>
          <a:lstStyle/>
          <a:p>
            <a:pPr marL="0" indent="0">
              <a:buNone/>
            </a:pPr>
            <a:r>
              <a:rPr lang="fr-FR" sz="3100" b="1" dirty="0">
                <a:latin typeface="Calibri Light" panose="020F0302020204030204" pitchFamily="34" charset="0"/>
                <a:cs typeface="Calibri Light" panose="020F0302020204030204" pitchFamily="34" charset="0"/>
              </a:rPr>
              <a:t>L’objectif : expliquer par quel bout prendre le problème !</a:t>
            </a:r>
          </a:p>
          <a:p>
            <a:r>
              <a:rPr lang="fr-FR" b="1" dirty="0">
                <a:latin typeface="Calibri Light" panose="020F0302020204030204" pitchFamily="34" charset="0"/>
                <a:cs typeface="Calibri Light" panose="020F0302020204030204" pitchFamily="34" charset="0"/>
              </a:rPr>
              <a:t>Une méthode de gestion des risques</a:t>
            </a:r>
            <a:r>
              <a:rPr lang="fr-FR" dirty="0">
                <a:latin typeface="Calibri Light" panose="020F0302020204030204" pitchFamily="34" charset="0"/>
                <a:cs typeface="Calibri Light" panose="020F0302020204030204" pitchFamily="34" charset="0"/>
              </a:rPr>
              <a:t> de produits ou services qui reposent sur l’IA</a:t>
            </a:r>
          </a:p>
          <a:p>
            <a:r>
              <a:rPr lang="fr-FR" b="1" dirty="0">
                <a:latin typeface="Calibri Light" panose="020F0302020204030204" pitchFamily="34" charset="0"/>
                <a:cs typeface="Calibri Light" panose="020F0302020204030204" pitchFamily="34" charset="0"/>
              </a:rPr>
              <a:t>Simple</a:t>
            </a:r>
            <a:r>
              <a:rPr lang="fr-FR" dirty="0">
                <a:latin typeface="Calibri Light" panose="020F0302020204030204" pitchFamily="34" charset="0"/>
                <a:cs typeface="Calibri Light" panose="020F0302020204030204" pitchFamily="34" charset="0"/>
              </a:rPr>
              <a:t> !</a:t>
            </a:r>
          </a:p>
          <a:p>
            <a:r>
              <a:rPr lang="fr-FR" b="1" dirty="0">
                <a:latin typeface="Calibri Light" panose="020F0302020204030204" pitchFamily="34" charset="0"/>
                <a:cs typeface="Calibri Light" panose="020F0302020204030204" pitchFamily="34" charset="0"/>
              </a:rPr>
              <a:t>Véritablement</a:t>
            </a:r>
            <a:r>
              <a:rPr lang="fr-FR" dirty="0">
                <a:latin typeface="Calibri Light" panose="020F0302020204030204" pitchFamily="34" charset="0"/>
                <a:cs typeface="Calibri Light" panose="020F0302020204030204" pitchFamily="34" charset="0"/>
              </a:rPr>
              <a:t> </a:t>
            </a:r>
            <a:r>
              <a:rPr lang="fr-FR" b="1" dirty="0">
                <a:latin typeface="Calibri Light" panose="020F0302020204030204" pitchFamily="34" charset="0"/>
                <a:cs typeface="Calibri Light" panose="020F0302020204030204" pitchFamily="34" charset="0"/>
              </a:rPr>
              <a:t>globale</a:t>
            </a:r>
            <a:r>
              <a:rPr lang="fr-FR" dirty="0">
                <a:latin typeface="Calibri Light" panose="020F0302020204030204" pitchFamily="34" charset="0"/>
                <a:cs typeface="Calibri Light" panose="020F0302020204030204" pitchFamily="34" charset="0"/>
              </a:rPr>
              <a:t> (sécurité de l’information, protection de la vie privée, protection de l’environnement, etc.)</a:t>
            </a:r>
          </a:p>
          <a:p>
            <a:r>
              <a:rPr lang="fr-FR" b="1" dirty="0">
                <a:latin typeface="Calibri Light" panose="020F0302020204030204" pitchFamily="34" charset="0"/>
                <a:cs typeface="Calibri Light" panose="020F0302020204030204" pitchFamily="34" charset="0"/>
              </a:rPr>
              <a:t>Basée sur les risques</a:t>
            </a:r>
          </a:p>
          <a:p>
            <a:r>
              <a:rPr lang="fr-FR" b="1" dirty="0">
                <a:latin typeface="Calibri Light" panose="020F0302020204030204" pitchFamily="34" charset="0"/>
                <a:cs typeface="Calibri Light" panose="020F0302020204030204" pitchFamily="34" charset="0"/>
              </a:rPr>
              <a:t>Harmonisée</a:t>
            </a:r>
            <a:r>
              <a:rPr lang="fr-FR" dirty="0">
                <a:latin typeface="Calibri Light" panose="020F0302020204030204" pitchFamily="34" charset="0"/>
                <a:cs typeface="Calibri Light" panose="020F0302020204030204" pitchFamily="34" charset="0"/>
              </a:rPr>
              <a:t> et </a:t>
            </a:r>
            <a:r>
              <a:rPr lang="fr-FR" b="1" dirty="0">
                <a:latin typeface="Calibri Light" panose="020F0302020204030204" pitchFamily="34" charset="0"/>
                <a:cs typeface="Calibri Light" panose="020F0302020204030204" pitchFamily="34" charset="0"/>
              </a:rPr>
              <a:t>cohérente</a:t>
            </a:r>
          </a:p>
          <a:p>
            <a:r>
              <a:rPr lang="fr-FR" b="1" dirty="0">
                <a:latin typeface="Calibri Light" panose="020F0302020204030204" pitchFamily="34" charset="0"/>
                <a:cs typeface="Calibri Light" panose="020F0302020204030204" pitchFamily="34" charset="0"/>
              </a:rPr>
              <a:t>Exploitant les référentiels existants</a:t>
            </a:r>
            <a:r>
              <a:rPr lang="fr-FR" dirty="0">
                <a:latin typeface="Calibri Light" panose="020F0302020204030204" pitchFamily="34" charset="0"/>
                <a:cs typeface="Calibri Light" panose="020F0302020204030204" pitchFamily="34" charset="0"/>
              </a:rPr>
              <a:t> (ne réinventant pas !)</a:t>
            </a:r>
          </a:p>
          <a:p>
            <a:r>
              <a:rPr lang="fr-FR" b="1" dirty="0">
                <a:latin typeface="Calibri Light" panose="020F0302020204030204" pitchFamily="34" charset="0"/>
                <a:cs typeface="Calibri Light" panose="020F0302020204030204" pitchFamily="34" charset="0"/>
              </a:rPr>
              <a:t>Flexible</a:t>
            </a:r>
            <a:r>
              <a:rPr lang="fr-FR" dirty="0">
                <a:latin typeface="Calibri Light" panose="020F0302020204030204" pitchFamily="34" charset="0"/>
                <a:cs typeface="Calibri Light" panose="020F0302020204030204" pitchFamily="34" charset="0"/>
              </a:rPr>
              <a:t> et </a:t>
            </a:r>
            <a:r>
              <a:rPr lang="fr-FR" b="1" dirty="0">
                <a:latin typeface="Calibri Light" panose="020F0302020204030204" pitchFamily="34" charset="0"/>
                <a:cs typeface="Calibri Light" panose="020F0302020204030204" pitchFamily="34" charset="0"/>
              </a:rPr>
              <a:t>intégrable</a:t>
            </a:r>
            <a:r>
              <a:rPr lang="fr-FR" dirty="0">
                <a:latin typeface="Calibri Light" panose="020F0302020204030204" pitchFamily="34" charset="0"/>
                <a:cs typeface="Calibri Light" panose="020F0302020204030204" pitchFamily="34" charset="0"/>
              </a:rPr>
              <a:t> aux outils et procédures existants</a:t>
            </a:r>
          </a:p>
        </p:txBody>
      </p:sp>
      <p:sp>
        <p:nvSpPr>
          <p:cNvPr id="8" name="Espace réservé du pied de page 5">
            <a:extLst>
              <a:ext uri="{FF2B5EF4-FFF2-40B4-BE49-F238E27FC236}">
                <a16:creationId xmlns:a16="http://schemas.microsoft.com/office/drawing/2014/main" id="{F4CA9340-459D-A005-B0AC-F61DC32D201A}"/>
              </a:ext>
            </a:extLst>
          </p:cNvPr>
          <p:cNvSpPr>
            <a:spLocks noGrp="1"/>
          </p:cNvSpPr>
          <p:nvPr>
            <p:ph type="ftr" sz="quarter" idx="11"/>
          </p:nvPr>
        </p:nvSpPr>
        <p:spPr>
          <a:xfrm>
            <a:off x="5461607" y="6356350"/>
            <a:ext cx="5176382" cy="365125"/>
          </a:xfrm>
        </p:spPr>
        <p:txBody>
          <a:bodyPr/>
          <a:lstStyle/>
          <a:p>
            <a:pPr algn="ctr"/>
            <a:r>
              <a:rPr lang="fr-FR"/>
              <a:t>IA - Vers une approche globale de gestion des risques</a:t>
            </a:r>
            <a:endParaRPr lang="fr-FR" dirty="0"/>
          </a:p>
        </p:txBody>
      </p:sp>
      <p:sp>
        <p:nvSpPr>
          <p:cNvPr id="9" name="Espace réservé du numéro de diapositive 6">
            <a:extLst>
              <a:ext uri="{FF2B5EF4-FFF2-40B4-BE49-F238E27FC236}">
                <a16:creationId xmlns:a16="http://schemas.microsoft.com/office/drawing/2014/main" id="{BB8257E5-40D2-9CA2-DA4C-415970D68896}"/>
              </a:ext>
            </a:extLst>
          </p:cNvPr>
          <p:cNvSpPr>
            <a:spLocks noGrp="1"/>
          </p:cNvSpPr>
          <p:nvPr>
            <p:ph type="sldNum" sz="quarter" idx="12"/>
          </p:nvPr>
        </p:nvSpPr>
        <p:spPr>
          <a:xfrm>
            <a:off x="10797308" y="6356350"/>
            <a:ext cx="556491" cy="365125"/>
          </a:xfrm>
        </p:spPr>
        <p:txBody>
          <a:bodyPr/>
          <a:lstStyle/>
          <a:p>
            <a:pPr rtl="0"/>
            <a:fld id="{294A09A9-5501-47C1-A89A-A340965A2BE2}" type="slidenum">
              <a:rPr lang="fr-FR" noProof="0" smtClean="0"/>
              <a:t>3</a:t>
            </a:fld>
            <a:endParaRPr lang="fr-FR" noProof="0"/>
          </a:p>
        </p:txBody>
      </p:sp>
      <p:sp>
        <p:nvSpPr>
          <p:cNvPr id="10" name="Espace réservé de la date 4">
            <a:extLst>
              <a:ext uri="{FF2B5EF4-FFF2-40B4-BE49-F238E27FC236}">
                <a16:creationId xmlns:a16="http://schemas.microsoft.com/office/drawing/2014/main" id="{3E3F4241-F4D5-43AC-691B-E1167ACC840B}"/>
              </a:ext>
            </a:extLst>
          </p:cNvPr>
          <p:cNvSpPr>
            <a:spLocks noGrp="1"/>
          </p:cNvSpPr>
          <p:nvPr>
            <p:ph type="dt" sz="half" idx="10"/>
          </p:nvPr>
        </p:nvSpPr>
        <p:spPr>
          <a:xfrm>
            <a:off x="838200" y="6356350"/>
            <a:ext cx="936000" cy="365125"/>
          </a:xfrm>
        </p:spPr>
        <p:txBody>
          <a:bodyPr/>
          <a:lstStyle/>
          <a:p>
            <a:pPr rtl="0"/>
            <a:r>
              <a:rPr lang="fr-FR" noProof="0"/>
              <a:t>16/04/2026</a:t>
            </a:r>
            <a:endParaRPr lang="fr-FR" noProof="0" dirty="0"/>
          </a:p>
        </p:txBody>
      </p:sp>
    </p:spTree>
    <p:extLst>
      <p:ext uri="{BB962C8B-B14F-4D97-AF65-F5344CB8AC3E}">
        <p14:creationId xmlns:p14="http://schemas.microsoft.com/office/powerpoint/2010/main" val="2279512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58805752-C760-3AD7-C1AA-E1284D001520}"/>
              </a:ext>
            </a:extLst>
          </p:cNvPr>
          <p:cNvSpPr>
            <a:spLocks noGrp="1"/>
          </p:cNvSpPr>
          <p:nvPr>
            <p:ph type="ctrTitle"/>
          </p:nvPr>
        </p:nvSpPr>
        <p:spPr/>
        <p:txBody>
          <a:bodyPr/>
          <a:lstStyle/>
          <a:p>
            <a:r>
              <a:rPr lang="fr-FR" dirty="0"/>
              <a:t>La problématique</a:t>
            </a:r>
          </a:p>
        </p:txBody>
      </p:sp>
      <p:sp>
        <p:nvSpPr>
          <p:cNvPr id="10" name="Sous-titre 9">
            <a:extLst>
              <a:ext uri="{FF2B5EF4-FFF2-40B4-BE49-F238E27FC236}">
                <a16:creationId xmlns:a16="http://schemas.microsoft.com/office/drawing/2014/main" id="{CE167168-C589-E181-A4EA-E67C38BA18E9}"/>
              </a:ext>
            </a:extLst>
          </p:cNvPr>
          <p:cNvSpPr>
            <a:spLocks noGrp="1"/>
          </p:cNvSpPr>
          <p:nvPr>
            <p:ph type="subTitle" idx="1"/>
          </p:nvPr>
        </p:nvSpPr>
        <p:spPr/>
        <p:txBody>
          <a:bodyPr/>
          <a:lstStyle/>
          <a:p>
            <a:r>
              <a:rPr lang="fr-FR" dirty="0"/>
              <a:t>Tout est-il bien clair ?</a:t>
            </a:r>
          </a:p>
        </p:txBody>
      </p:sp>
      <p:sp>
        <p:nvSpPr>
          <p:cNvPr id="5" name="Espace réservé de la date 4">
            <a:extLst>
              <a:ext uri="{FF2B5EF4-FFF2-40B4-BE49-F238E27FC236}">
                <a16:creationId xmlns:a16="http://schemas.microsoft.com/office/drawing/2014/main" id="{1DE61D8A-9D37-8669-18C5-3A8651C5CCB6}"/>
              </a:ext>
            </a:extLst>
          </p:cNvPr>
          <p:cNvSpPr>
            <a:spLocks noGrp="1"/>
          </p:cNvSpPr>
          <p:nvPr>
            <p:ph type="dt" sz="half" idx="10"/>
          </p:nvPr>
        </p:nvSpPr>
        <p:spPr/>
        <p:txBody>
          <a:bodyPr/>
          <a:lstStyle/>
          <a:p>
            <a:pPr rtl="0"/>
            <a:r>
              <a:rPr lang="fr-FR" noProof="0"/>
              <a:t>16/04/2026</a:t>
            </a:r>
          </a:p>
        </p:txBody>
      </p:sp>
      <p:sp>
        <p:nvSpPr>
          <p:cNvPr id="6" name="Espace réservé du pied de page 5">
            <a:extLst>
              <a:ext uri="{FF2B5EF4-FFF2-40B4-BE49-F238E27FC236}">
                <a16:creationId xmlns:a16="http://schemas.microsoft.com/office/drawing/2014/main" id="{B7F34246-8437-98AB-237F-DC8E2530DC4C}"/>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7" name="Espace réservé du numéro de diapositive 6">
            <a:extLst>
              <a:ext uri="{FF2B5EF4-FFF2-40B4-BE49-F238E27FC236}">
                <a16:creationId xmlns:a16="http://schemas.microsoft.com/office/drawing/2014/main" id="{0CF9E2B8-8229-C1CC-4F93-773D5632C685}"/>
              </a:ext>
            </a:extLst>
          </p:cNvPr>
          <p:cNvSpPr>
            <a:spLocks noGrp="1"/>
          </p:cNvSpPr>
          <p:nvPr>
            <p:ph type="sldNum" sz="quarter" idx="12"/>
          </p:nvPr>
        </p:nvSpPr>
        <p:spPr/>
        <p:txBody>
          <a:bodyPr/>
          <a:lstStyle/>
          <a:p>
            <a:pPr rtl="0"/>
            <a:fld id="{294A09A9-5501-47C1-A89A-A340965A2BE2}" type="slidenum">
              <a:rPr lang="fr-FR" noProof="0" smtClean="0"/>
              <a:t>4</a:t>
            </a:fld>
            <a:endParaRPr lang="fr-FR" noProof="0"/>
          </a:p>
        </p:txBody>
      </p:sp>
    </p:spTree>
    <p:extLst>
      <p:ext uri="{BB962C8B-B14F-4D97-AF65-F5344CB8AC3E}">
        <p14:creationId xmlns:p14="http://schemas.microsoft.com/office/powerpoint/2010/main" val="1528304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4EB754D1-DD16-111D-8039-72C38C13EAFC}"/>
              </a:ext>
            </a:extLst>
          </p:cNvPr>
          <p:cNvSpPr>
            <a:spLocks noGrp="1"/>
          </p:cNvSpPr>
          <p:nvPr>
            <p:ph type="title"/>
          </p:nvPr>
        </p:nvSpPr>
        <p:spPr/>
        <p:txBody>
          <a:bodyPr>
            <a:normAutofit fontScale="90000"/>
          </a:bodyPr>
          <a:lstStyle/>
          <a:p>
            <a:r>
              <a:rPr lang="fr-FR" dirty="0">
                <a:latin typeface="Calibri Light" panose="020F0302020204030204" pitchFamily="34" charset="0"/>
                <a:cs typeface="Calibri Light" panose="020F0302020204030204" pitchFamily="34" charset="0"/>
              </a:rPr>
              <a:t>La problématique</a:t>
            </a:r>
            <a:endParaRPr lang="fr-FR" dirty="0"/>
          </a:p>
        </p:txBody>
      </p:sp>
      <p:sp>
        <p:nvSpPr>
          <p:cNvPr id="5" name="Espace réservé du contenu 4">
            <a:extLst>
              <a:ext uri="{FF2B5EF4-FFF2-40B4-BE49-F238E27FC236}">
                <a16:creationId xmlns:a16="http://schemas.microsoft.com/office/drawing/2014/main" id="{41A7D3F7-7AC0-9ED1-CC33-9CF501257FE4}"/>
              </a:ext>
            </a:extLst>
          </p:cNvPr>
          <p:cNvSpPr>
            <a:spLocks noGrp="1"/>
          </p:cNvSpPr>
          <p:nvPr>
            <p:ph sz="half" idx="1"/>
          </p:nvPr>
        </p:nvSpPr>
        <p:spPr/>
        <p:txBody>
          <a:bodyPr>
            <a:normAutofit fontScale="77500" lnSpcReduction="20000"/>
          </a:bodyPr>
          <a:lstStyle/>
          <a:p>
            <a:r>
              <a:rPr lang="fr-FR" b="1" dirty="0">
                <a:latin typeface="Calibri Light" panose="020F0302020204030204" pitchFamily="34" charset="0"/>
                <a:cs typeface="Calibri Light" panose="020F0302020204030204" pitchFamily="34" charset="0"/>
              </a:rPr>
              <a:t>Une multitude de référentiels</a:t>
            </a:r>
            <a:r>
              <a:rPr lang="fr-FR" dirty="0">
                <a:latin typeface="Calibri Light" panose="020F0302020204030204" pitchFamily="34" charset="0"/>
                <a:cs typeface="Calibri Light" panose="020F0302020204030204" pitchFamily="34" charset="0"/>
              </a:rPr>
              <a:t> et travaux en cours, chacun incomplet, tous incohérents !</a:t>
            </a:r>
          </a:p>
          <a:p>
            <a:r>
              <a:rPr lang="fr-FR" b="1" dirty="0">
                <a:latin typeface="Calibri Light" panose="020F0302020204030204" pitchFamily="34" charset="0"/>
                <a:cs typeface="Calibri Light" panose="020F0302020204030204" pitchFamily="34" charset="0"/>
              </a:rPr>
              <a:t>Les institutions ont des domaines de compétences limités</a:t>
            </a:r>
          </a:p>
          <a:p>
            <a:r>
              <a:rPr lang="fr-FR" b="1" dirty="0">
                <a:latin typeface="Calibri Light" panose="020F0302020204030204" pitchFamily="34" charset="0"/>
                <a:cs typeface="Calibri Light" panose="020F0302020204030204" pitchFamily="34" charset="0"/>
              </a:rPr>
              <a:t>Les organisations ne segmentent pas</a:t>
            </a:r>
            <a:r>
              <a:rPr lang="fr-FR" dirty="0">
                <a:latin typeface="Calibri Light" panose="020F0302020204030204" pitchFamily="34" charset="0"/>
                <a:cs typeface="Calibri Light" panose="020F0302020204030204" pitchFamily="34" charset="0"/>
              </a:rPr>
              <a:t> : elles doivent tout appliquer !</a:t>
            </a:r>
          </a:p>
          <a:p>
            <a:r>
              <a:rPr lang="fr-FR" b="1" dirty="0">
                <a:latin typeface="Calibri Light" panose="020F0302020204030204" pitchFamily="34" charset="0"/>
                <a:cs typeface="Calibri Light" panose="020F0302020204030204" pitchFamily="34" charset="0"/>
              </a:rPr>
              <a:t>Un Règlement IA général en théorie, des projets de normes inapplicables en pratique</a:t>
            </a:r>
          </a:p>
          <a:p>
            <a:pPr lvl="1"/>
            <a:r>
              <a:rPr lang="fr-FR" dirty="0">
                <a:latin typeface="Calibri Light" panose="020F0302020204030204" pitchFamily="34" charset="0"/>
                <a:cs typeface="Calibri Light" panose="020F0302020204030204" pitchFamily="34" charset="0"/>
              </a:rPr>
              <a:t>Lobby qui rejette avec force tous les travaux d’harmonisation, réalisés depuis des dizaines d’années et ayant fait l’objet de consensus internationaux de tous les domaines, au profit d’une approche américaine de sureté de dispositifs médicaux</a:t>
            </a:r>
          </a:p>
        </p:txBody>
      </p:sp>
      <p:graphicFrame>
        <p:nvGraphicFramePr>
          <p:cNvPr id="6" name="Espace réservé du contenu 5">
            <a:extLst>
              <a:ext uri="{FF2B5EF4-FFF2-40B4-BE49-F238E27FC236}">
                <a16:creationId xmlns:a16="http://schemas.microsoft.com/office/drawing/2014/main" id="{090554DA-0535-55CE-B31B-985A9E490DA0}"/>
              </a:ext>
            </a:extLst>
          </p:cNvPr>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Espace réservé de la date 4">
            <a:extLst>
              <a:ext uri="{FF2B5EF4-FFF2-40B4-BE49-F238E27FC236}">
                <a16:creationId xmlns:a16="http://schemas.microsoft.com/office/drawing/2014/main" id="{3E3F4241-F4D5-43AC-691B-E1167ACC840B}"/>
              </a:ext>
            </a:extLst>
          </p:cNvPr>
          <p:cNvSpPr>
            <a:spLocks noGrp="1"/>
          </p:cNvSpPr>
          <p:nvPr>
            <p:ph type="dt" sz="half" idx="10"/>
          </p:nvPr>
        </p:nvSpPr>
        <p:spPr/>
        <p:txBody>
          <a:bodyPr/>
          <a:lstStyle/>
          <a:p>
            <a:pPr rtl="0"/>
            <a:r>
              <a:rPr lang="fr-FR" noProof="0"/>
              <a:t>16/04/2026</a:t>
            </a:r>
            <a:endParaRPr lang="fr-FR" noProof="0" dirty="0"/>
          </a:p>
        </p:txBody>
      </p:sp>
      <p:sp>
        <p:nvSpPr>
          <p:cNvPr id="8" name="Espace réservé du pied de page 5">
            <a:extLst>
              <a:ext uri="{FF2B5EF4-FFF2-40B4-BE49-F238E27FC236}">
                <a16:creationId xmlns:a16="http://schemas.microsoft.com/office/drawing/2014/main" id="{F4CA9340-459D-A005-B0AC-F61DC32D201A}"/>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9" name="Espace réservé du numéro de diapositive 6">
            <a:extLst>
              <a:ext uri="{FF2B5EF4-FFF2-40B4-BE49-F238E27FC236}">
                <a16:creationId xmlns:a16="http://schemas.microsoft.com/office/drawing/2014/main" id="{BB8257E5-40D2-9CA2-DA4C-415970D68896}"/>
              </a:ext>
            </a:extLst>
          </p:cNvPr>
          <p:cNvSpPr>
            <a:spLocks noGrp="1"/>
          </p:cNvSpPr>
          <p:nvPr>
            <p:ph type="sldNum" sz="quarter" idx="12"/>
          </p:nvPr>
        </p:nvSpPr>
        <p:spPr/>
        <p:txBody>
          <a:bodyPr/>
          <a:lstStyle/>
          <a:p>
            <a:pPr rtl="0"/>
            <a:fld id="{294A09A9-5501-47C1-A89A-A340965A2BE2}" type="slidenum">
              <a:rPr lang="fr-FR" noProof="0" smtClean="0"/>
              <a:t>5</a:t>
            </a:fld>
            <a:endParaRPr lang="fr-FR" noProof="0"/>
          </a:p>
        </p:txBody>
      </p:sp>
      <p:sp>
        <p:nvSpPr>
          <p:cNvPr id="4" name="Espace réservé du texte 3">
            <a:extLst>
              <a:ext uri="{FF2B5EF4-FFF2-40B4-BE49-F238E27FC236}">
                <a16:creationId xmlns:a16="http://schemas.microsoft.com/office/drawing/2014/main" id="{5A8D1FAB-6C3A-0256-FD4D-94B1B7427339}"/>
              </a:ext>
            </a:extLst>
          </p:cNvPr>
          <p:cNvSpPr>
            <a:spLocks noGrp="1"/>
          </p:cNvSpPr>
          <p:nvPr>
            <p:ph type="body" sz="quarter" idx="13"/>
          </p:nvPr>
        </p:nvSpPr>
        <p:spPr/>
        <p:txBody>
          <a:bodyPr/>
          <a:lstStyle/>
          <a:p>
            <a:r>
              <a:rPr lang="fr-FR" dirty="0"/>
              <a:t>On ne sait plus par quel bout prendre le problème</a:t>
            </a:r>
          </a:p>
        </p:txBody>
      </p:sp>
    </p:spTree>
    <p:extLst>
      <p:ext uri="{BB962C8B-B14F-4D97-AF65-F5344CB8AC3E}">
        <p14:creationId xmlns:p14="http://schemas.microsoft.com/office/powerpoint/2010/main" val="3126067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99DDCA71-7408-DBD1-2522-856B56D7EDDD}"/>
              </a:ext>
            </a:extLst>
          </p:cNvPr>
          <p:cNvSpPr>
            <a:spLocks noGrp="1"/>
          </p:cNvSpPr>
          <p:nvPr>
            <p:ph type="title"/>
          </p:nvPr>
        </p:nvSpPr>
        <p:spPr/>
        <p:txBody>
          <a:bodyPr>
            <a:noAutofit/>
          </a:bodyPr>
          <a:lstStyle/>
          <a:p>
            <a:r>
              <a:rPr lang="fr-FR" sz="3200" dirty="0"/>
              <a:t>Positionnement des documents de référence et livrables</a:t>
            </a:r>
          </a:p>
        </p:txBody>
      </p:sp>
      <p:sp>
        <p:nvSpPr>
          <p:cNvPr id="5" name="Espace réservé de la date 4">
            <a:extLst>
              <a:ext uri="{FF2B5EF4-FFF2-40B4-BE49-F238E27FC236}">
                <a16:creationId xmlns:a16="http://schemas.microsoft.com/office/drawing/2014/main" id="{ACB64C91-2A25-48B6-CB42-6002A6B169FC}"/>
              </a:ext>
            </a:extLst>
          </p:cNvPr>
          <p:cNvSpPr>
            <a:spLocks noGrp="1"/>
          </p:cNvSpPr>
          <p:nvPr>
            <p:ph type="dt" sz="half" idx="10"/>
          </p:nvPr>
        </p:nvSpPr>
        <p:spPr/>
        <p:txBody>
          <a:bodyPr/>
          <a:lstStyle/>
          <a:p>
            <a:pPr rtl="0"/>
            <a:r>
              <a:rPr lang="fr-FR" noProof="0"/>
              <a:t>16/04/2026</a:t>
            </a:r>
          </a:p>
        </p:txBody>
      </p:sp>
      <p:sp>
        <p:nvSpPr>
          <p:cNvPr id="6" name="Espace réservé du pied de page 5">
            <a:extLst>
              <a:ext uri="{FF2B5EF4-FFF2-40B4-BE49-F238E27FC236}">
                <a16:creationId xmlns:a16="http://schemas.microsoft.com/office/drawing/2014/main" id="{02D58EA6-2E65-F044-4842-7FF14C82AA1D}"/>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7" name="Espace réservé du numéro de diapositive 6">
            <a:extLst>
              <a:ext uri="{FF2B5EF4-FFF2-40B4-BE49-F238E27FC236}">
                <a16:creationId xmlns:a16="http://schemas.microsoft.com/office/drawing/2014/main" id="{F3511C73-9774-A8E3-E244-9FD254240914}"/>
              </a:ext>
            </a:extLst>
          </p:cNvPr>
          <p:cNvSpPr>
            <a:spLocks noGrp="1"/>
          </p:cNvSpPr>
          <p:nvPr>
            <p:ph type="sldNum" sz="quarter" idx="12"/>
          </p:nvPr>
        </p:nvSpPr>
        <p:spPr/>
        <p:txBody>
          <a:bodyPr/>
          <a:lstStyle/>
          <a:p>
            <a:pPr rtl="0"/>
            <a:fld id="{294A09A9-5501-47C1-A89A-A340965A2BE2}" type="slidenum">
              <a:rPr lang="fr-FR" noProof="0" smtClean="0"/>
              <a:t>6</a:t>
            </a:fld>
            <a:endParaRPr lang="fr-FR" noProof="0"/>
          </a:p>
        </p:txBody>
      </p:sp>
      <p:sp>
        <p:nvSpPr>
          <p:cNvPr id="11" name="Rectangle 10">
            <a:extLst>
              <a:ext uri="{FF2B5EF4-FFF2-40B4-BE49-F238E27FC236}">
                <a16:creationId xmlns:a16="http://schemas.microsoft.com/office/drawing/2014/main" id="{7C8B199E-8C88-06E2-FBF2-CB25025E8CCB}"/>
              </a:ext>
            </a:extLst>
          </p:cNvPr>
          <p:cNvSpPr/>
          <p:nvPr/>
        </p:nvSpPr>
        <p:spPr>
          <a:xfrm>
            <a:off x="2596701" y="1413399"/>
            <a:ext cx="9321472" cy="2020991"/>
          </a:xfrm>
          <a:prstGeom prst="rect">
            <a:avLst/>
          </a:prstGeom>
          <a:solidFill>
            <a:schemeClr val="bg1">
              <a:lumMod val="8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5EECE835-577E-C874-F960-699106382372}"/>
              </a:ext>
            </a:extLst>
          </p:cNvPr>
          <p:cNvSpPr/>
          <p:nvPr/>
        </p:nvSpPr>
        <p:spPr>
          <a:xfrm>
            <a:off x="2596701" y="3477644"/>
            <a:ext cx="9321472" cy="1627765"/>
          </a:xfrm>
          <a:prstGeom prst="rect">
            <a:avLst/>
          </a:prstGeom>
          <a:solidFill>
            <a:schemeClr val="bg1">
              <a:lumMod val="7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4F96A3F2-376D-1203-A338-34309C651E2F}"/>
              </a:ext>
            </a:extLst>
          </p:cNvPr>
          <p:cNvSpPr/>
          <p:nvPr/>
        </p:nvSpPr>
        <p:spPr>
          <a:xfrm>
            <a:off x="8315453" y="1413399"/>
            <a:ext cx="2196069" cy="4871325"/>
          </a:xfrm>
          <a:prstGeom prst="rect">
            <a:avLst/>
          </a:prstGeom>
          <a:solidFill>
            <a:srgbClr val="0070C0">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4" name="Rectangle 13">
            <a:extLst>
              <a:ext uri="{FF2B5EF4-FFF2-40B4-BE49-F238E27FC236}">
                <a16:creationId xmlns:a16="http://schemas.microsoft.com/office/drawing/2014/main" id="{04657F52-80B5-87D5-0A19-84CBAC11F15C}"/>
              </a:ext>
            </a:extLst>
          </p:cNvPr>
          <p:cNvSpPr/>
          <p:nvPr/>
        </p:nvSpPr>
        <p:spPr>
          <a:xfrm>
            <a:off x="3828729" y="1413399"/>
            <a:ext cx="1994975" cy="4871325"/>
          </a:xfrm>
          <a:prstGeom prst="rect">
            <a:avLst/>
          </a:prstGeom>
          <a:solidFill>
            <a:srgbClr val="FF0000">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A368BD34-1B4B-EAE8-810C-61D4429990D7}"/>
              </a:ext>
            </a:extLst>
          </p:cNvPr>
          <p:cNvSpPr/>
          <p:nvPr/>
        </p:nvSpPr>
        <p:spPr>
          <a:xfrm>
            <a:off x="10621629" y="1413399"/>
            <a:ext cx="1084726" cy="4871325"/>
          </a:xfrm>
          <a:prstGeom prst="rect">
            <a:avLst/>
          </a:prstGeom>
          <a:solidFill>
            <a:srgbClr val="00B050">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6" name="Connecteur droit avec flèche 15">
            <a:extLst>
              <a:ext uri="{FF2B5EF4-FFF2-40B4-BE49-F238E27FC236}">
                <a16:creationId xmlns:a16="http://schemas.microsoft.com/office/drawing/2014/main" id="{11E92A8D-BC82-15A7-5C40-114CD8A347D3}"/>
              </a:ext>
            </a:extLst>
          </p:cNvPr>
          <p:cNvCxnSpPr>
            <a:cxnSpLocks/>
          </p:cNvCxnSpPr>
          <p:nvPr/>
        </p:nvCxnSpPr>
        <p:spPr>
          <a:xfrm flipV="1">
            <a:off x="2524784" y="1413399"/>
            <a:ext cx="0" cy="4871325"/>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sp>
        <p:nvSpPr>
          <p:cNvPr id="17" name="ZoneTexte 16">
            <a:extLst>
              <a:ext uri="{FF2B5EF4-FFF2-40B4-BE49-F238E27FC236}">
                <a16:creationId xmlns:a16="http://schemas.microsoft.com/office/drawing/2014/main" id="{52590261-8A36-E804-81E1-C99EDBD1C50C}"/>
              </a:ext>
            </a:extLst>
          </p:cNvPr>
          <p:cNvSpPr txBox="1"/>
          <p:nvPr/>
        </p:nvSpPr>
        <p:spPr>
          <a:xfrm>
            <a:off x="314435" y="2139591"/>
            <a:ext cx="277200" cy="4109005"/>
          </a:xfrm>
          <a:prstGeom prst="rect">
            <a:avLst/>
          </a:prstGeom>
          <a:noFill/>
        </p:spPr>
        <p:txBody>
          <a:bodyPr vert="vert270" wrap="square" rtlCol="0" anchor="ctr" anchorCtr="0">
            <a:noAutofit/>
          </a:bodyPr>
          <a:lstStyle/>
          <a:p>
            <a:pPr algn="ctr"/>
            <a:r>
              <a:rPr lang="fr-FR" sz="1000" b="1" dirty="0"/>
              <a:t>Types de contenus </a:t>
            </a:r>
            <a:r>
              <a:rPr lang="fr-FR" sz="1000" dirty="0"/>
              <a:t>: du global au spécifique, via des relations d’</a:t>
            </a:r>
            <a:r>
              <a:rPr lang="fr-FR" sz="1000" b="1" dirty="0"/>
              <a:t>explication</a:t>
            </a:r>
          </a:p>
        </p:txBody>
      </p:sp>
      <p:sp>
        <p:nvSpPr>
          <p:cNvPr id="19" name="ZoneTexte 18">
            <a:extLst>
              <a:ext uri="{FF2B5EF4-FFF2-40B4-BE49-F238E27FC236}">
                <a16:creationId xmlns:a16="http://schemas.microsoft.com/office/drawing/2014/main" id="{26DD792A-D641-D58C-21E4-925798977D36}"/>
              </a:ext>
            </a:extLst>
          </p:cNvPr>
          <p:cNvSpPr txBox="1"/>
          <p:nvPr/>
        </p:nvSpPr>
        <p:spPr>
          <a:xfrm>
            <a:off x="566384" y="5232816"/>
            <a:ext cx="2008676" cy="861774"/>
          </a:xfrm>
          <a:prstGeom prst="rect">
            <a:avLst/>
          </a:prstGeom>
          <a:noFill/>
        </p:spPr>
        <p:txBody>
          <a:bodyPr wrap="square" rtlCol="0">
            <a:spAutoFit/>
          </a:bodyPr>
          <a:lstStyle/>
          <a:p>
            <a:pPr algn="r"/>
            <a:r>
              <a:rPr lang="fr-FR" sz="1000" b="1" dirty="0"/>
              <a:t>Tronc</a:t>
            </a:r>
            <a:r>
              <a:rPr lang="fr-FR" sz="1000" dirty="0"/>
              <a:t> : systèmes de management, règles de gestion, lignes directrices</a:t>
            </a:r>
          </a:p>
          <a:p>
            <a:pPr algn="ctr"/>
            <a:r>
              <a:rPr lang="fr-FR" sz="1000" dirty="0"/>
              <a:t>+</a:t>
            </a:r>
          </a:p>
          <a:p>
            <a:pPr algn="r"/>
            <a:r>
              <a:rPr lang="fr-FR" sz="1000" b="1" dirty="0"/>
              <a:t>Racines</a:t>
            </a:r>
            <a:r>
              <a:rPr lang="fr-FR" sz="1000" dirty="0"/>
              <a:t> : concepts, vocabulaire, éléments introductifs</a:t>
            </a:r>
          </a:p>
        </p:txBody>
      </p:sp>
      <p:sp>
        <p:nvSpPr>
          <p:cNvPr id="20" name="ZoneTexte 19">
            <a:extLst>
              <a:ext uri="{FF2B5EF4-FFF2-40B4-BE49-F238E27FC236}">
                <a16:creationId xmlns:a16="http://schemas.microsoft.com/office/drawing/2014/main" id="{F2A0E0CA-0C52-B45A-8294-DF82775A77CA}"/>
              </a:ext>
            </a:extLst>
          </p:cNvPr>
          <p:cNvSpPr txBox="1"/>
          <p:nvPr/>
        </p:nvSpPr>
        <p:spPr>
          <a:xfrm>
            <a:off x="566384" y="3948356"/>
            <a:ext cx="2008676" cy="707886"/>
          </a:xfrm>
          <a:prstGeom prst="rect">
            <a:avLst/>
          </a:prstGeom>
          <a:noFill/>
        </p:spPr>
        <p:txBody>
          <a:bodyPr wrap="square" rtlCol="0">
            <a:spAutoFit/>
          </a:bodyPr>
          <a:lstStyle/>
          <a:p>
            <a:pPr algn="r"/>
            <a:r>
              <a:rPr lang="fr-FR" sz="1000" b="1" dirty="0"/>
              <a:t>Branches</a:t>
            </a:r>
            <a:r>
              <a:rPr lang="fr-FR" sz="1000" dirty="0"/>
              <a:t> (et sous-branches) : documents d’application (qui servent les systèmes de management, ex : méthodes)</a:t>
            </a:r>
          </a:p>
        </p:txBody>
      </p:sp>
      <p:sp>
        <p:nvSpPr>
          <p:cNvPr id="21" name="ZoneTexte 20">
            <a:extLst>
              <a:ext uri="{FF2B5EF4-FFF2-40B4-BE49-F238E27FC236}">
                <a16:creationId xmlns:a16="http://schemas.microsoft.com/office/drawing/2014/main" id="{6F7B6024-7B9B-9C05-5849-C9A64C751116}"/>
              </a:ext>
            </a:extLst>
          </p:cNvPr>
          <p:cNvSpPr txBox="1"/>
          <p:nvPr/>
        </p:nvSpPr>
        <p:spPr>
          <a:xfrm>
            <a:off x="804732" y="2209596"/>
            <a:ext cx="1749607" cy="553998"/>
          </a:xfrm>
          <a:prstGeom prst="rect">
            <a:avLst/>
          </a:prstGeom>
          <a:noFill/>
        </p:spPr>
        <p:txBody>
          <a:bodyPr wrap="square" rtlCol="0">
            <a:spAutoFit/>
          </a:bodyPr>
          <a:lstStyle/>
          <a:p>
            <a:pPr algn="r"/>
            <a:r>
              <a:rPr lang="fr-FR" sz="1000" b="1" dirty="0"/>
              <a:t>Feuilles</a:t>
            </a:r>
            <a:r>
              <a:rPr lang="fr-FR" sz="1000" dirty="0"/>
              <a:t> : techniques spécifiques, bases de connaissances, études de cas</a:t>
            </a:r>
          </a:p>
        </p:txBody>
      </p:sp>
      <p:sp>
        <p:nvSpPr>
          <p:cNvPr id="22" name="ZoneTexte 21">
            <a:extLst>
              <a:ext uri="{FF2B5EF4-FFF2-40B4-BE49-F238E27FC236}">
                <a16:creationId xmlns:a16="http://schemas.microsoft.com/office/drawing/2014/main" id="{8BB82112-5CD3-4CCD-03C3-BBC03B1D1187}"/>
              </a:ext>
            </a:extLst>
          </p:cNvPr>
          <p:cNvSpPr txBox="1"/>
          <p:nvPr/>
        </p:nvSpPr>
        <p:spPr>
          <a:xfrm>
            <a:off x="3697637" y="1134885"/>
            <a:ext cx="2245922" cy="246221"/>
          </a:xfrm>
          <a:prstGeom prst="rect">
            <a:avLst/>
          </a:prstGeom>
          <a:noFill/>
        </p:spPr>
        <p:txBody>
          <a:bodyPr wrap="square" rtlCol="0">
            <a:spAutoFit/>
          </a:bodyPr>
          <a:lstStyle/>
          <a:p>
            <a:pPr algn="ctr"/>
            <a:r>
              <a:rPr lang="fr-FR" sz="1000" b="1" dirty="0"/>
              <a:t>Domaine de la sécurité de l’information</a:t>
            </a:r>
          </a:p>
        </p:txBody>
      </p:sp>
      <p:sp>
        <p:nvSpPr>
          <p:cNvPr id="23" name="ZoneTexte 22">
            <a:extLst>
              <a:ext uri="{FF2B5EF4-FFF2-40B4-BE49-F238E27FC236}">
                <a16:creationId xmlns:a16="http://schemas.microsoft.com/office/drawing/2014/main" id="{58ACB563-9112-2694-E3CA-5DB668BC1199}"/>
              </a:ext>
            </a:extLst>
          </p:cNvPr>
          <p:cNvSpPr txBox="1"/>
          <p:nvPr/>
        </p:nvSpPr>
        <p:spPr>
          <a:xfrm>
            <a:off x="8152599" y="1134885"/>
            <a:ext cx="2449360" cy="246221"/>
          </a:xfrm>
          <a:prstGeom prst="rect">
            <a:avLst/>
          </a:prstGeom>
          <a:noFill/>
        </p:spPr>
        <p:txBody>
          <a:bodyPr wrap="square" rtlCol="0">
            <a:spAutoFit/>
          </a:bodyPr>
          <a:lstStyle/>
          <a:p>
            <a:pPr algn="ctr"/>
            <a:r>
              <a:rPr lang="fr-FR" sz="1000" b="1" dirty="0"/>
              <a:t>Domaine de la protection de la vie privée</a:t>
            </a:r>
          </a:p>
        </p:txBody>
      </p:sp>
      <p:grpSp>
        <p:nvGrpSpPr>
          <p:cNvPr id="24" name="Groupe 23">
            <a:extLst>
              <a:ext uri="{FF2B5EF4-FFF2-40B4-BE49-F238E27FC236}">
                <a16:creationId xmlns:a16="http://schemas.microsoft.com/office/drawing/2014/main" id="{1880463D-7D35-20E0-C97B-D44B2B18A4E5}"/>
              </a:ext>
            </a:extLst>
          </p:cNvPr>
          <p:cNvGrpSpPr/>
          <p:nvPr/>
        </p:nvGrpSpPr>
        <p:grpSpPr>
          <a:xfrm>
            <a:off x="273827" y="1216942"/>
            <a:ext cx="1008508" cy="861774"/>
            <a:chOff x="-3824" y="13873"/>
            <a:chExt cx="1008508" cy="861774"/>
          </a:xfrm>
        </p:grpSpPr>
        <p:sp>
          <p:nvSpPr>
            <p:cNvPr id="25" name="ZoneTexte 24">
              <a:extLst>
                <a:ext uri="{FF2B5EF4-FFF2-40B4-BE49-F238E27FC236}">
                  <a16:creationId xmlns:a16="http://schemas.microsoft.com/office/drawing/2014/main" id="{FACA547D-5CBB-37C6-2DB0-5E90D06F65D2}"/>
                </a:ext>
              </a:extLst>
            </p:cNvPr>
            <p:cNvSpPr txBox="1"/>
            <p:nvPr/>
          </p:nvSpPr>
          <p:spPr>
            <a:xfrm>
              <a:off x="-3824" y="13873"/>
              <a:ext cx="1008508" cy="861774"/>
            </a:xfrm>
            <a:prstGeom prst="rect">
              <a:avLst/>
            </a:prstGeom>
            <a:solidFill>
              <a:schemeClr val="bg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000" u="sng" dirty="0">
                  <a:solidFill>
                    <a:schemeClr val="tx1"/>
                  </a:solidFill>
                </a:rPr>
                <a:t>Légende</a:t>
              </a:r>
            </a:p>
            <a:p>
              <a:pPr algn="ctr"/>
              <a:endParaRPr lang="fr-FR" sz="1000" dirty="0">
                <a:solidFill>
                  <a:schemeClr val="tx1"/>
                </a:solidFill>
              </a:endParaRPr>
            </a:p>
            <a:p>
              <a:pPr algn="ctr"/>
              <a:r>
                <a:rPr lang="fr-FR" sz="1000" dirty="0">
                  <a:solidFill>
                    <a:schemeClr val="tx1"/>
                  </a:solidFill>
                </a:rPr>
                <a:t>spécialise</a:t>
              </a:r>
            </a:p>
            <a:p>
              <a:pPr algn="ctr"/>
              <a:endParaRPr lang="fr-FR" sz="1000" dirty="0">
                <a:solidFill>
                  <a:schemeClr val="tx1"/>
                </a:solidFill>
              </a:endParaRPr>
            </a:p>
            <a:p>
              <a:pPr algn="ctr"/>
              <a:r>
                <a:rPr lang="fr-FR" sz="1000" dirty="0">
                  <a:solidFill>
                    <a:schemeClr val="tx1"/>
                  </a:solidFill>
                </a:rPr>
                <a:t>sert à / précise</a:t>
              </a:r>
              <a:endParaRPr lang="fr-FR" sz="1000" i="1" dirty="0">
                <a:solidFill>
                  <a:schemeClr val="tx1"/>
                </a:solidFill>
              </a:endParaRPr>
            </a:p>
          </p:txBody>
        </p:sp>
        <p:cxnSp>
          <p:nvCxnSpPr>
            <p:cNvPr id="26" name="Connecteur droit avec flèche 26">
              <a:extLst>
                <a:ext uri="{FF2B5EF4-FFF2-40B4-BE49-F238E27FC236}">
                  <a16:creationId xmlns:a16="http://schemas.microsoft.com/office/drawing/2014/main" id="{98BC38EC-B88B-A384-8471-33215F8CD5C9}"/>
                </a:ext>
              </a:extLst>
            </p:cNvPr>
            <p:cNvCxnSpPr>
              <a:cxnSpLocks/>
            </p:cNvCxnSpPr>
            <p:nvPr/>
          </p:nvCxnSpPr>
          <p:spPr>
            <a:xfrm flipH="1">
              <a:off x="334775" y="311977"/>
              <a:ext cx="360000" cy="0"/>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27" name="Connecteur droit avec flèche 26">
              <a:extLst>
                <a:ext uri="{FF2B5EF4-FFF2-40B4-BE49-F238E27FC236}">
                  <a16:creationId xmlns:a16="http://schemas.microsoft.com/office/drawing/2014/main" id="{BFBEE063-638A-B9E1-A804-1473B78D01F3}"/>
                </a:ext>
              </a:extLst>
            </p:cNvPr>
            <p:cNvCxnSpPr>
              <a:cxnSpLocks/>
            </p:cNvCxnSpPr>
            <p:nvPr/>
          </p:nvCxnSpPr>
          <p:spPr>
            <a:xfrm flipH="1">
              <a:off x="334775" y="628920"/>
              <a:ext cx="360000" cy="0"/>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grpSp>
      <p:sp>
        <p:nvSpPr>
          <p:cNvPr id="28" name="ZoneTexte 27">
            <a:extLst>
              <a:ext uri="{FF2B5EF4-FFF2-40B4-BE49-F238E27FC236}">
                <a16:creationId xmlns:a16="http://schemas.microsoft.com/office/drawing/2014/main" id="{8C278451-B11D-C4B7-0B50-EB44CE380B96}"/>
              </a:ext>
            </a:extLst>
          </p:cNvPr>
          <p:cNvSpPr txBox="1"/>
          <p:nvPr/>
        </p:nvSpPr>
        <p:spPr>
          <a:xfrm>
            <a:off x="10511523" y="1134885"/>
            <a:ext cx="1206977" cy="246221"/>
          </a:xfrm>
          <a:prstGeom prst="rect">
            <a:avLst/>
          </a:prstGeom>
          <a:noFill/>
        </p:spPr>
        <p:txBody>
          <a:bodyPr wrap="square" rtlCol="0">
            <a:spAutoFit/>
          </a:bodyPr>
          <a:lstStyle/>
          <a:p>
            <a:pPr algn="ctr"/>
            <a:r>
              <a:rPr lang="fr-FR" sz="1000" b="1" dirty="0"/>
              <a:t>Autres domaines</a:t>
            </a:r>
            <a:endParaRPr lang="fr-FR" sz="1000" dirty="0"/>
          </a:p>
        </p:txBody>
      </p:sp>
      <p:sp>
        <p:nvSpPr>
          <p:cNvPr id="29" name="ZoneTexte 28">
            <a:extLst>
              <a:ext uri="{FF2B5EF4-FFF2-40B4-BE49-F238E27FC236}">
                <a16:creationId xmlns:a16="http://schemas.microsoft.com/office/drawing/2014/main" id="{02FBEEF1-4774-7DA5-368C-8AD90F741595}"/>
              </a:ext>
            </a:extLst>
          </p:cNvPr>
          <p:cNvSpPr txBox="1"/>
          <p:nvPr/>
        </p:nvSpPr>
        <p:spPr>
          <a:xfrm>
            <a:off x="9432390" y="2856198"/>
            <a:ext cx="1080000" cy="553998"/>
          </a:xfrm>
          <a:prstGeom prst="rect">
            <a:avLst/>
          </a:prstGeom>
          <a:noFill/>
        </p:spPr>
        <p:txBody>
          <a:bodyPr wrap="square" rtlCol="0">
            <a:spAutoFit/>
          </a:bodyPr>
          <a:lstStyle/>
          <a:p>
            <a:pPr algn="ctr"/>
            <a:r>
              <a:rPr lang="fr-FR" sz="1000" dirty="0"/>
              <a:t>Guide PIA-3</a:t>
            </a:r>
          </a:p>
          <a:p>
            <a:pPr algn="ctr"/>
            <a:r>
              <a:rPr lang="fr-FR" sz="1000" dirty="0"/>
              <a:t>Guide sécurité de la CNIL</a:t>
            </a:r>
          </a:p>
        </p:txBody>
      </p:sp>
      <p:cxnSp>
        <p:nvCxnSpPr>
          <p:cNvPr id="30" name="Connecteur droit avec flèche 26">
            <a:extLst>
              <a:ext uri="{FF2B5EF4-FFF2-40B4-BE49-F238E27FC236}">
                <a16:creationId xmlns:a16="http://schemas.microsoft.com/office/drawing/2014/main" id="{EF8A0BF2-5180-B068-6115-53F2D5D86F4E}"/>
              </a:ext>
            </a:extLst>
          </p:cNvPr>
          <p:cNvCxnSpPr>
            <a:cxnSpLocks/>
            <a:stCxn id="32" idx="0"/>
            <a:endCxn id="29" idx="2"/>
          </p:cNvCxnSpPr>
          <p:nvPr/>
        </p:nvCxnSpPr>
        <p:spPr>
          <a:xfrm flipV="1">
            <a:off x="9972308" y="3410196"/>
            <a:ext cx="82" cy="551491"/>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31" name="ZoneTexte 30">
            <a:extLst>
              <a:ext uri="{FF2B5EF4-FFF2-40B4-BE49-F238E27FC236}">
                <a16:creationId xmlns:a16="http://schemas.microsoft.com/office/drawing/2014/main" id="{F78BDF74-5C96-D477-F3FD-B60E6246BFDA}"/>
              </a:ext>
            </a:extLst>
          </p:cNvPr>
          <p:cNvSpPr txBox="1"/>
          <p:nvPr/>
        </p:nvSpPr>
        <p:spPr>
          <a:xfrm>
            <a:off x="9432390" y="5848486"/>
            <a:ext cx="1080000" cy="400110"/>
          </a:xfrm>
          <a:prstGeom prst="rect">
            <a:avLst/>
          </a:prstGeom>
          <a:noFill/>
        </p:spPr>
        <p:txBody>
          <a:bodyPr wrap="square" rtlCol="0">
            <a:spAutoFit/>
          </a:bodyPr>
          <a:lstStyle/>
          <a:p>
            <a:pPr algn="ctr"/>
            <a:r>
              <a:rPr lang="fr-FR" sz="1000" dirty="0"/>
              <a:t>Loi I&amp;L</a:t>
            </a:r>
          </a:p>
          <a:p>
            <a:pPr algn="ctr"/>
            <a:r>
              <a:rPr lang="fr-FR" sz="1000" dirty="0"/>
              <a:t>RGPD</a:t>
            </a:r>
          </a:p>
        </p:txBody>
      </p:sp>
      <p:sp>
        <p:nvSpPr>
          <p:cNvPr id="32" name="ZoneTexte 31">
            <a:extLst>
              <a:ext uri="{FF2B5EF4-FFF2-40B4-BE49-F238E27FC236}">
                <a16:creationId xmlns:a16="http://schemas.microsoft.com/office/drawing/2014/main" id="{79542977-9761-C924-12FF-7608CC65C4EE}"/>
              </a:ext>
            </a:extLst>
          </p:cNvPr>
          <p:cNvSpPr txBox="1"/>
          <p:nvPr/>
        </p:nvSpPr>
        <p:spPr>
          <a:xfrm>
            <a:off x="9504308" y="3961687"/>
            <a:ext cx="936000" cy="246221"/>
          </a:xfrm>
          <a:prstGeom prst="rect">
            <a:avLst/>
          </a:prstGeom>
          <a:noFill/>
        </p:spPr>
        <p:txBody>
          <a:bodyPr wrap="square" rtlCol="0">
            <a:spAutoFit/>
          </a:bodyPr>
          <a:lstStyle/>
          <a:p>
            <a:pPr algn="ctr"/>
            <a:r>
              <a:rPr lang="fr-FR" sz="1000" dirty="0"/>
              <a:t>Guide PIA-1</a:t>
            </a:r>
          </a:p>
        </p:txBody>
      </p:sp>
      <p:cxnSp>
        <p:nvCxnSpPr>
          <p:cNvPr id="33" name="Connecteur droit avec flèche 26">
            <a:extLst>
              <a:ext uri="{FF2B5EF4-FFF2-40B4-BE49-F238E27FC236}">
                <a16:creationId xmlns:a16="http://schemas.microsoft.com/office/drawing/2014/main" id="{9455FD1E-7038-5C71-610D-32C8DE249E88}"/>
              </a:ext>
            </a:extLst>
          </p:cNvPr>
          <p:cNvCxnSpPr>
            <a:cxnSpLocks/>
            <a:stCxn id="31" idx="0"/>
            <a:endCxn id="8" idx="2"/>
          </p:cNvCxnSpPr>
          <p:nvPr/>
        </p:nvCxnSpPr>
        <p:spPr>
          <a:xfrm flipH="1" flipV="1">
            <a:off x="9966973" y="5085380"/>
            <a:ext cx="5417" cy="763106"/>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34" name="Connecteur droit avec flèche 26">
            <a:extLst>
              <a:ext uri="{FF2B5EF4-FFF2-40B4-BE49-F238E27FC236}">
                <a16:creationId xmlns:a16="http://schemas.microsoft.com/office/drawing/2014/main" id="{5629D5D5-5741-BCFE-6E30-B8F978DE0D75}"/>
              </a:ext>
            </a:extLst>
          </p:cNvPr>
          <p:cNvCxnSpPr>
            <a:cxnSpLocks/>
            <a:stCxn id="70" idx="0"/>
            <a:endCxn id="32" idx="1"/>
          </p:cNvCxnSpPr>
          <p:nvPr/>
        </p:nvCxnSpPr>
        <p:spPr>
          <a:xfrm flipV="1">
            <a:off x="8917455" y="4084798"/>
            <a:ext cx="586853" cy="586232"/>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35" name="ZoneTexte 34">
            <a:extLst>
              <a:ext uri="{FF2B5EF4-FFF2-40B4-BE49-F238E27FC236}">
                <a16:creationId xmlns:a16="http://schemas.microsoft.com/office/drawing/2014/main" id="{70042D20-918B-EFB4-C3F7-C2C485F75826}"/>
              </a:ext>
            </a:extLst>
          </p:cNvPr>
          <p:cNvSpPr txBox="1"/>
          <p:nvPr/>
        </p:nvSpPr>
        <p:spPr>
          <a:xfrm>
            <a:off x="6233436" y="1134885"/>
            <a:ext cx="1728070" cy="246221"/>
          </a:xfrm>
          <a:prstGeom prst="rect">
            <a:avLst/>
          </a:prstGeom>
          <a:noFill/>
        </p:spPr>
        <p:txBody>
          <a:bodyPr wrap="square" rtlCol="0">
            <a:spAutoFit/>
          </a:bodyPr>
          <a:lstStyle/>
          <a:p>
            <a:pPr algn="ctr"/>
            <a:r>
              <a:rPr lang="fr-FR" sz="1000" b="1" dirty="0"/>
              <a:t>Domaine de l’IA en général</a:t>
            </a:r>
          </a:p>
        </p:txBody>
      </p:sp>
      <p:cxnSp>
        <p:nvCxnSpPr>
          <p:cNvPr id="36" name="Connecteur droit avec flèche 26">
            <a:extLst>
              <a:ext uri="{FF2B5EF4-FFF2-40B4-BE49-F238E27FC236}">
                <a16:creationId xmlns:a16="http://schemas.microsoft.com/office/drawing/2014/main" id="{F4109B68-02D1-42AD-D35A-21C1005895AF}"/>
              </a:ext>
            </a:extLst>
          </p:cNvPr>
          <p:cNvCxnSpPr>
            <a:cxnSpLocks/>
            <a:stCxn id="53" idx="0"/>
            <a:endCxn id="104" idx="2"/>
          </p:cNvCxnSpPr>
          <p:nvPr/>
        </p:nvCxnSpPr>
        <p:spPr>
          <a:xfrm flipV="1">
            <a:off x="6336799" y="2890914"/>
            <a:ext cx="1012990" cy="2572156"/>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37" name="ZoneTexte 36">
            <a:extLst>
              <a:ext uri="{FF2B5EF4-FFF2-40B4-BE49-F238E27FC236}">
                <a16:creationId xmlns:a16="http://schemas.microsoft.com/office/drawing/2014/main" id="{B0BF3258-F44D-3A39-CB6F-2CE49F58BB49}"/>
              </a:ext>
            </a:extLst>
          </p:cNvPr>
          <p:cNvSpPr txBox="1"/>
          <p:nvPr/>
        </p:nvSpPr>
        <p:spPr>
          <a:xfrm>
            <a:off x="6819119" y="5995767"/>
            <a:ext cx="1080000" cy="246221"/>
          </a:xfrm>
          <a:prstGeom prst="rect">
            <a:avLst/>
          </a:prstGeom>
          <a:noFill/>
        </p:spPr>
        <p:txBody>
          <a:bodyPr wrap="square" rtlCol="0">
            <a:spAutoFit/>
          </a:bodyPr>
          <a:lstStyle/>
          <a:p>
            <a:pPr algn="ctr"/>
            <a:r>
              <a:rPr lang="fr-FR" sz="1000" dirty="0"/>
              <a:t>Règlement IA</a:t>
            </a:r>
          </a:p>
        </p:txBody>
      </p:sp>
      <p:sp>
        <p:nvSpPr>
          <p:cNvPr id="38" name="ZoneTexte 37">
            <a:extLst>
              <a:ext uri="{FF2B5EF4-FFF2-40B4-BE49-F238E27FC236}">
                <a16:creationId xmlns:a16="http://schemas.microsoft.com/office/drawing/2014/main" id="{2835A60D-64A4-6B53-2975-7FA1E3770D9E}"/>
              </a:ext>
            </a:extLst>
          </p:cNvPr>
          <p:cNvSpPr txBox="1"/>
          <p:nvPr/>
        </p:nvSpPr>
        <p:spPr>
          <a:xfrm>
            <a:off x="6235647" y="3099577"/>
            <a:ext cx="606476" cy="246221"/>
          </a:xfrm>
          <a:prstGeom prst="rect">
            <a:avLst/>
          </a:prstGeom>
          <a:noFill/>
        </p:spPr>
        <p:txBody>
          <a:bodyPr wrap="square" rtlCol="0">
            <a:spAutoFit/>
          </a:bodyPr>
          <a:lstStyle/>
          <a:p>
            <a:pPr algn="ctr"/>
            <a:r>
              <a:rPr lang="fr-FR" sz="1000" dirty="0"/>
              <a:t>ATLAS</a:t>
            </a:r>
          </a:p>
        </p:txBody>
      </p:sp>
      <p:cxnSp>
        <p:nvCxnSpPr>
          <p:cNvPr id="39" name="Connecteur droit avec flèche 38">
            <a:extLst>
              <a:ext uri="{FF2B5EF4-FFF2-40B4-BE49-F238E27FC236}">
                <a16:creationId xmlns:a16="http://schemas.microsoft.com/office/drawing/2014/main" id="{9B23C969-5DB7-21CF-5561-F829D0B0842C}"/>
              </a:ext>
            </a:extLst>
          </p:cNvPr>
          <p:cNvCxnSpPr>
            <a:cxnSpLocks/>
            <a:stCxn id="63" idx="3"/>
            <a:endCxn id="38" idx="1"/>
          </p:cNvCxnSpPr>
          <p:nvPr/>
        </p:nvCxnSpPr>
        <p:spPr>
          <a:xfrm>
            <a:off x="5930912" y="3222688"/>
            <a:ext cx="304735" cy="0"/>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40" name="ZoneTexte 39">
            <a:extLst>
              <a:ext uri="{FF2B5EF4-FFF2-40B4-BE49-F238E27FC236}">
                <a16:creationId xmlns:a16="http://schemas.microsoft.com/office/drawing/2014/main" id="{C6303923-876A-58D6-3E46-89C6278C70F8}"/>
              </a:ext>
            </a:extLst>
          </p:cNvPr>
          <p:cNvSpPr txBox="1"/>
          <p:nvPr/>
        </p:nvSpPr>
        <p:spPr>
          <a:xfrm>
            <a:off x="3801931" y="5116404"/>
            <a:ext cx="1080000" cy="400110"/>
          </a:xfrm>
          <a:prstGeom prst="rect">
            <a:avLst/>
          </a:prstGeom>
          <a:noFill/>
        </p:spPr>
        <p:txBody>
          <a:bodyPr wrap="square" rtlCol="0">
            <a:spAutoFit/>
          </a:bodyPr>
          <a:lstStyle/>
          <a:p>
            <a:pPr algn="ctr"/>
            <a:r>
              <a:rPr lang="fr-FR" sz="1000" dirty="0"/>
              <a:t>ISO/IEC 27000</a:t>
            </a:r>
          </a:p>
          <a:p>
            <a:pPr algn="ctr"/>
            <a:r>
              <a:rPr lang="fr-FR" sz="1000" dirty="0"/>
              <a:t>ISO/IEC 27001</a:t>
            </a:r>
          </a:p>
        </p:txBody>
      </p:sp>
      <p:sp>
        <p:nvSpPr>
          <p:cNvPr id="41" name="ZoneTexte 40">
            <a:extLst>
              <a:ext uri="{FF2B5EF4-FFF2-40B4-BE49-F238E27FC236}">
                <a16:creationId xmlns:a16="http://schemas.microsoft.com/office/drawing/2014/main" id="{A2E1DF42-BA8E-FCAE-21EA-16ADD03C97F2}"/>
              </a:ext>
            </a:extLst>
          </p:cNvPr>
          <p:cNvSpPr txBox="1"/>
          <p:nvPr/>
        </p:nvSpPr>
        <p:spPr>
          <a:xfrm>
            <a:off x="3794458" y="3934320"/>
            <a:ext cx="1080000" cy="246221"/>
          </a:xfrm>
          <a:prstGeom prst="rect">
            <a:avLst/>
          </a:prstGeom>
          <a:noFill/>
        </p:spPr>
        <p:txBody>
          <a:bodyPr wrap="square" rtlCol="0">
            <a:spAutoFit/>
          </a:bodyPr>
          <a:lstStyle/>
          <a:p>
            <a:pPr algn="ctr"/>
            <a:r>
              <a:rPr lang="fr-FR" sz="1000" dirty="0"/>
              <a:t>ISO/IEC 27005</a:t>
            </a:r>
          </a:p>
        </p:txBody>
      </p:sp>
      <p:cxnSp>
        <p:nvCxnSpPr>
          <p:cNvPr id="42" name="Connecteur droit avec flèche 41">
            <a:extLst>
              <a:ext uri="{FF2B5EF4-FFF2-40B4-BE49-F238E27FC236}">
                <a16:creationId xmlns:a16="http://schemas.microsoft.com/office/drawing/2014/main" id="{58FB5026-57A9-416F-47D3-F5F2103C1C5F}"/>
              </a:ext>
            </a:extLst>
          </p:cNvPr>
          <p:cNvCxnSpPr>
            <a:cxnSpLocks/>
            <a:stCxn id="72" idx="3"/>
            <a:endCxn id="41" idx="1"/>
          </p:cNvCxnSpPr>
          <p:nvPr/>
        </p:nvCxnSpPr>
        <p:spPr>
          <a:xfrm flipV="1">
            <a:off x="3614929" y="4057431"/>
            <a:ext cx="179529" cy="459724"/>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43" name="Connecteur droit avec flèche 26">
            <a:extLst>
              <a:ext uri="{FF2B5EF4-FFF2-40B4-BE49-F238E27FC236}">
                <a16:creationId xmlns:a16="http://schemas.microsoft.com/office/drawing/2014/main" id="{5BCEB997-6D7C-61E9-07D6-B5E339487927}"/>
              </a:ext>
            </a:extLst>
          </p:cNvPr>
          <p:cNvCxnSpPr>
            <a:cxnSpLocks/>
            <a:stCxn id="40" idx="0"/>
            <a:endCxn id="41" idx="2"/>
          </p:cNvCxnSpPr>
          <p:nvPr/>
        </p:nvCxnSpPr>
        <p:spPr>
          <a:xfrm flipH="1" flipV="1">
            <a:off x="4334458" y="4180541"/>
            <a:ext cx="7473" cy="935863"/>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44" name="Connecteur droit avec flèche 26">
            <a:extLst>
              <a:ext uri="{FF2B5EF4-FFF2-40B4-BE49-F238E27FC236}">
                <a16:creationId xmlns:a16="http://schemas.microsoft.com/office/drawing/2014/main" id="{E59A0B7F-2C7B-27CF-3EB4-F89C0538C0AF}"/>
              </a:ext>
            </a:extLst>
          </p:cNvPr>
          <p:cNvCxnSpPr>
            <a:cxnSpLocks/>
            <a:stCxn id="74" idx="3"/>
            <a:endCxn id="40" idx="1"/>
          </p:cNvCxnSpPr>
          <p:nvPr/>
        </p:nvCxnSpPr>
        <p:spPr>
          <a:xfrm flipV="1">
            <a:off x="3578929" y="5316459"/>
            <a:ext cx="223002" cy="405843"/>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45" name="ZoneTexte 44">
            <a:extLst>
              <a:ext uri="{FF2B5EF4-FFF2-40B4-BE49-F238E27FC236}">
                <a16:creationId xmlns:a16="http://schemas.microsoft.com/office/drawing/2014/main" id="{AFB4C5D3-9360-FA6D-E42A-7294D9C4101F}"/>
              </a:ext>
            </a:extLst>
          </p:cNvPr>
          <p:cNvSpPr txBox="1"/>
          <p:nvPr/>
        </p:nvSpPr>
        <p:spPr>
          <a:xfrm>
            <a:off x="3789786" y="2450748"/>
            <a:ext cx="1080000" cy="246221"/>
          </a:xfrm>
          <a:prstGeom prst="rect">
            <a:avLst/>
          </a:prstGeom>
          <a:noFill/>
        </p:spPr>
        <p:txBody>
          <a:bodyPr wrap="square" rtlCol="0">
            <a:spAutoFit/>
          </a:bodyPr>
          <a:lstStyle/>
          <a:p>
            <a:pPr algn="ctr"/>
            <a:r>
              <a:rPr lang="fr-FR" sz="1000" dirty="0"/>
              <a:t>ISO/IEC 27002</a:t>
            </a:r>
          </a:p>
        </p:txBody>
      </p:sp>
      <p:cxnSp>
        <p:nvCxnSpPr>
          <p:cNvPr id="46" name="Connecteur droit avec flèche 26">
            <a:extLst>
              <a:ext uri="{FF2B5EF4-FFF2-40B4-BE49-F238E27FC236}">
                <a16:creationId xmlns:a16="http://schemas.microsoft.com/office/drawing/2014/main" id="{12E57928-7F1D-B365-FF1D-76DEC65D383F}"/>
              </a:ext>
            </a:extLst>
          </p:cNvPr>
          <p:cNvCxnSpPr>
            <a:cxnSpLocks/>
            <a:stCxn id="41" idx="0"/>
            <a:endCxn id="45" idx="2"/>
          </p:cNvCxnSpPr>
          <p:nvPr/>
        </p:nvCxnSpPr>
        <p:spPr>
          <a:xfrm flipH="1" flipV="1">
            <a:off x="4329786" y="2696969"/>
            <a:ext cx="4672" cy="1237351"/>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47" name="Connecteur droit avec flèche 26">
            <a:extLst>
              <a:ext uri="{FF2B5EF4-FFF2-40B4-BE49-F238E27FC236}">
                <a16:creationId xmlns:a16="http://schemas.microsoft.com/office/drawing/2014/main" id="{15106D26-582A-4422-F531-664455EEA44A}"/>
              </a:ext>
            </a:extLst>
          </p:cNvPr>
          <p:cNvCxnSpPr>
            <a:cxnSpLocks/>
            <a:stCxn id="84" idx="0"/>
            <a:endCxn id="38" idx="2"/>
          </p:cNvCxnSpPr>
          <p:nvPr/>
        </p:nvCxnSpPr>
        <p:spPr>
          <a:xfrm flipH="1" flipV="1">
            <a:off x="6538885" y="3345798"/>
            <a:ext cx="820235" cy="571018"/>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48" name="ZoneTexte 47">
            <a:extLst>
              <a:ext uri="{FF2B5EF4-FFF2-40B4-BE49-F238E27FC236}">
                <a16:creationId xmlns:a16="http://schemas.microsoft.com/office/drawing/2014/main" id="{2B81A90E-DD2C-C0B1-3CA1-A109A43DBBE4}"/>
              </a:ext>
            </a:extLst>
          </p:cNvPr>
          <p:cNvSpPr txBox="1"/>
          <p:nvPr/>
        </p:nvSpPr>
        <p:spPr>
          <a:xfrm>
            <a:off x="9474281" y="1431705"/>
            <a:ext cx="990978" cy="246221"/>
          </a:xfrm>
          <a:prstGeom prst="rect">
            <a:avLst/>
          </a:prstGeom>
          <a:noFill/>
        </p:spPr>
        <p:txBody>
          <a:bodyPr wrap="square" rtlCol="0">
            <a:spAutoFit/>
          </a:bodyPr>
          <a:lstStyle/>
          <a:p>
            <a:pPr algn="ctr"/>
            <a:r>
              <a:rPr lang="fr-FR" sz="1000" dirty="0"/>
              <a:t>Recos CNIL</a:t>
            </a:r>
          </a:p>
        </p:txBody>
      </p:sp>
      <p:cxnSp>
        <p:nvCxnSpPr>
          <p:cNvPr id="49" name="Connecteur droit avec flèche 26">
            <a:extLst>
              <a:ext uri="{FF2B5EF4-FFF2-40B4-BE49-F238E27FC236}">
                <a16:creationId xmlns:a16="http://schemas.microsoft.com/office/drawing/2014/main" id="{AB694EBB-BF61-DFE2-EC6F-25A50E317D73}"/>
              </a:ext>
            </a:extLst>
          </p:cNvPr>
          <p:cNvCxnSpPr>
            <a:cxnSpLocks/>
            <a:stCxn id="29" idx="0"/>
            <a:endCxn id="48" idx="2"/>
          </p:cNvCxnSpPr>
          <p:nvPr/>
        </p:nvCxnSpPr>
        <p:spPr>
          <a:xfrm flipH="1" flipV="1">
            <a:off x="9969770" y="1677926"/>
            <a:ext cx="2620" cy="1178272"/>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50" name="Connecteur droit avec flèche 26">
            <a:extLst>
              <a:ext uri="{FF2B5EF4-FFF2-40B4-BE49-F238E27FC236}">
                <a16:creationId xmlns:a16="http://schemas.microsoft.com/office/drawing/2014/main" id="{F10CCFC3-72FF-1DA4-0E23-DA1A388CF566}"/>
              </a:ext>
            </a:extLst>
          </p:cNvPr>
          <p:cNvCxnSpPr>
            <a:cxnSpLocks/>
            <a:stCxn id="111" idx="3"/>
            <a:endCxn id="84" idx="1"/>
          </p:cNvCxnSpPr>
          <p:nvPr/>
        </p:nvCxnSpPr>
        <p:spPr>
          <a:xfrm>
            <a:off x="5659786" y="3793060"/>
            <a:ext cx="1348115" cy="246867"/>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51" name="Connecteur droit avec flèche 26">
            <a:extLst>
              <a:ext uri="{FF2B5EF4-FFF2-40B4-BE49-F238E27FC236}">
                <a16:creationId xmlns:a16="http://schemas.microsoft.com/office/drawing/2014/main" id="{1AB38E9A-3F05-CD1B-2A17-9077379E4196}"/>
              </a:ext>
            </a:extLst>
          </p:cNvPr>
          <p:cNvCxnSpPr>
            <a:cxnSpLocks/>
            <a:stCxn id="74" idx="3"/>
            <a:endCxn id="53" idx="1"/>
          </p:cNvCxnSpPr>
          <p:nvPr/>
        </p:nvCxnSpPr>
        <p:spPr>
          <a:xfrm flipV="1">
            <a:off x="3578929" y="5586181"/>
            <a:ext cx="2217870" cy="136121"/>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52" name="Connecteur droit avec flèche 51">
            <a:extLst>
              <a:ext uri="{FF2B5EF4-FFF2-40B4-BE49-F238E27FC236}">
                <a16:creationId xmlns:a16="http://schemas.microsoft.com/office/drawing/2014/main" id="{5262265C-9E1A-99C1-971E-63E8FAC9A14B}"/>
              </a:ext>
            </a:extLst>
          </p:cNvPr>
          <p:cNvCxnSpPr>
            <a:cxnSpLocks/>
            <a:stCxn id="72" idx="3"/>
            <a:endCxn id="54" idx="1"/>
          </p:cNvCxnSpPr>
          <p:nvPr/>
        </p:nvCxnSpPr>
        <p:spPr>
          <a:xfrm flipV="1">
            <a:off x="3614929" y="4508533"/>
            <a:ext cx="2181868" cy="8622"/>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53" name="ZoneTexte 52">
            <a:extLst>
              <a:ext uri="{FF2B5EF4-FFF2-40B4-BE49-F238E27FC236}">
                <a16:creationId xmlns:a16="http://schemas.microsoft.com/office/drawing/2014/main" id="{CC13AA06-066B-F7DF-8F1B-B8D3781B2D01}"/>
              </a:ext>
            </a:extLst>
          </p:cNvPr>
          <p:cNvSpPr txBox="1"/>
          <p:nvPr/>
        </p:nvSpPr>
        <p:spPr>
          <a:xfrm>
            <a:off x="5796799" y="5463070"/>
            <a:ext cx="1080000" cy="246221"/>
          </a:xfrm>
          <a:prstGeom prst="rect">
            <a:avLst/>
          </a:prstGeom>
          <a:noFill/>
        </p:spPr>
        <p:txBody>
          <a:bodyPr wrap="square" rtlCol="0">
            <a:spAutoFit/>
          </a:bodyPr>
          <a:lstStyle/>
          <a:p>
            <a:pPr algn="ctr"/>
            <a:r>
              <a:rPr lang="fr-FR" sz="1000" dirty="0"/>
              <a:t>ISO/IEC 42001</a:t>
            </a:r>
          </a:p>
        </p:txBody>
      </p:sp>
      <p:sp>
        <p:nvSpPr>
          <p:cNvPr id="54" name="ZoneTexte 53">
            <a:extLst>
              <a:ext uri="{FF2B5EF4-FFF2-40B4-BE49-F238E27FC236}">
                <a16:creationId xmlns:a16="http://schemas.microsoft.com/office/drawing/2014/main" id="{2C00EEFA-C0F8-0438-BCFF-BBAE46625F91}"/>
              </a:ext>
            </a:extLst>
          </p:cNvPr>
          <p:cNvSpPr txBox="1"/>
          <p:nvPr/>
        </p:nvSpPr>
        <p:spPr>
          <a:xfrm>
            <a:off x="5796797" y="4385422"/>
            <a:ext cx="1080000" cy="246221"/>
          </a:xfrm>
          <a:prstGeom prst="rect">
            <a:avLst/>
          </a:prstGeom>
          <a:noFill/>
        </p:spPr>
        <p:txBody>
          <a:bodyPr wrap="square" rtlCol="0">
            <a:spAutoFit/>
          </a:bodyPr>
          <a:lstStyle/>
          <a:p>
            <a:pPr algn="ctr"/>
            <a:r>
              <a:rPr lang="fr-FR" sz="1000" dirty="0"/>
              <a:t>ISO/IEC 23894</a:t>
            </a:r>
          </a:p>
        </p:txBody>
      </p:sp>
      <p:cxnSp>
        <p:nvCxnSpPr>
          <p:cNvPr id="55" name="Connecteur droit avec flèche 26">
            <a:extLst>
              <a:ext uri="{FF2B5EF4-FFF2-40B4-BE49-F238E27FC236}">
                <a16:creationId xmlns:a16="http://schemas.microsoft.com/office/drawing/2014/main" id="{41D8AC64-81A8-60D2-C071-A69F6159085B}"/>
              </a:ext>
            </a:extLst>
          </p:cNvPr>
          <p:cNvCxnSpPr>
            <a:cxnSpLocks/>
            <a:stCxn id="53" idx="0"/>
            <a:endCxn id="54" idx="2"/>
          </p:cNvCxnSpPr>
          <p:nvPr/>
        </p:nvCxnSpPr>
        <p:spPr>
          <a:xfrm flipH="1" flipV="1">
            <a:off x="6336797" y="4631643"/>
            <a:ext cx="2" cy="831427"/>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56" name="ZoneTexte 55">
            <a:extLst>
              <a:ext uri="{FF2B5EF4-FFF2-40B4-BE49-F238E27FC236}">
                <a16:creationId xmlns:a16="http://schemas.microsoft.com/office/drawing/2014/main" id="{07EF7147-E06C-4488-DE28-BAF52E53823E}"/>
              </a:ext>
            </a:extLst>
          </p:cNvPr>
          <p:cNvSpPr txBox="1"/>
          <p:nvPr/>
        </p:nvSpPr>
        <p:spPr>
          <a:xfrm>
            <a:off x="7303044" y="1984863"/>
            <a:ext cx="1127634" cy="246221"/>
          </a:xfrm>
          <a:prstGeom prst="rect">
            <a:avLst/>
          </a:prstGeom>
          <a:noFill/>
        </p:spPr>
        <p:txBody>
          <a:bodyPr wrap="square" rtlCol="0">
            <a:spAutoFit/>
          </a:bodyPr>
          <a:lstStyle/>
          <a:p>
            <a:pPr algn="ctr"/>
            <a:r>
              <a:rPr lang="fr-FR" sz="1000" dirty="0"/>
              <a:t>ISO/IEC 24030</a:t>
            </a:r>
            <a:endParaRPr lang="fr-FR" sz="1000" i="1" dirty="0"/>
          </a:p>
        </p:txBody>
      </p:sp>
      <p:sp>
        <p:nvSpPr>
          <p:cNvPr id="57" name="ZoneTexte 56">
            <a:extLst>
              <a:ext uri="{FF2B5EF4-FFF2-40B4-BE49-F238E27FC236}">
                <a16:creationId xmlns:a16="http://schemas.microsoft.com/office/drawing/2014/main" id="{7E855D61-8916-C01D-8CB4-FEF2432123EE}"/>
              </a:ext>
            </a:extLst>
          </p:cNvPr>
          <p:cNvSpPr txBox="1"/>
          <p:nvPr/>
        </p:nvSpPr>
        <p:spPr>
          <a:xfrm>
            <a:off x="4582028" y="1431705"/>
            <a:ext cx="1315734" cy="400110"/>
          </a:xfrm>
          <a:prstGeom prst="rect">
            <a:avLst/>
          </a:prstGeom>
          <a:noFill/>
        </p:spPr>
        <p:txBody>
          <a:bodyPr wrap="square" rtlCol="0">
            <a:spAutoFit/>
          </a:bodyPr>
          <a:lstStyle/>
          <a:p>
            <a:pPr algn="ctr"/>
            <a:r>
              <a:rPr lang="fr-FR" sz="1000" dirty="0"/>
              <a:t>Recos ANSSI</a:t>
            </a:r>
          </a:p>
          <a:p>
            <a:pPr algn="ctr"/>
            <a:r>
              <a:rPr lang="fr-FR" sz="1000" dirty="0"/>
              <a:t>Guide Hub France IA</a:t>
            </a:r>
          </a:p>
        </p:txBody>
      </p:sp>
      <p:cxnSp>
        <p:nvCxnSpPr>
          <p:cNvPr id="58" name="Connecteur droit avec flèche 57">
            <a:extLst>
              <a:ext uri="{FF2B5EF4-FFF2-40B4-BE49-F238E27FC236}">
                <a16:creationId xmlns:a16="http://schemas.microsoft.com/office/drawing/2014/main" id="{CCA7EEE1-4B9E-46EF-0A00-E34763FC5BC3}"/>
              </a:ext>
            </a:extLst>
          </p:cNvPr>
          <p:cNvCxnSpPr>
            <a:cxnSpLocks/>
            <a:stCxn id="116" idx="0"/>
            <a:endCxn id="57" idx="2"/>
          </p:cNvCxnSpPr>
          <p:nvPr/>
        </p:nvCxnSpPr>
        <p:spPr>
          <a:xfrm flipH="1" flipV="1">
            <a:off x="5239895" y="1831815"/>
            <a:ext cx="674" cy="348168"/>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59" name="Connecteur droit avec flèche 26">
            <a:extLst>
              <a:ext uri="{FF2B5EF4-FFF2-40B4-BE49-F238E27FC236}">
                <a16:creationId xmlns:a16="http://schemas.microsoft.com/office/drawing/2014/main" id="{1A433E5A-1BBA-E8D1-7A0D-8F9E71DCC09C}"/>
              </a:ext>
            </a:extLst>
          </p:cNvPr>
          <p:cNvCxnSpPr>
            <a:cxnSpLocks/>
            <a:stCxn id="87" idx="1"/>
            <a:endCxn id="84" idx="3"/>
          </p:cNvCxnSpPr>
          <p:nvPr/>
        </p:nvCxnSpPr>
        <p:spPr>
          <a:xfrm flipH="1" flipV="1">
            <a:off x="7710338" y="4039927"/>
            <a:ext cx="667119" cy="237911"/>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60" name="ZoneTexte 59">
            <a:extLst>
              <a:ext uri="{FF2B5EF4-FFF2-40B4-BE49-F238E27FC236}">
                <a16:creationId xmlns:a16="http://schemas.microsoft.com/office/drawing/2014/main" id="{8B095992-3C0A-4155-4FD1-02E3BD17A873}"/>
              </a:ext>
            </a:extLst>
          </p:cNvPr>
          <p:cNvSpPr txBox="1"/>
          <p:nvPr/>
        </p:nvSpPr>
        <p:spPr>
          <a:xfrm>
            <a:off x="6825665" y="1530482"/>
            <a:ext cx="1034507" cy="246221"/>
          </a:xfrm>
          <a:prstGeom prst="rect">
            <a:avLst/>
          </a:prstGeom>
          <a:ln>
            <a:solidFill>
              <a:srgbClr val="7030A0"/>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fr-FR" sz="1000" b="1" dirty="0"/>
              <a:t>Cas d’usages</a:t>
            </a:r>
          </a:p>
        </p:txBody>
      </p:sp>
      <p:cxnSp>
        <p:nvCxnSpPr>
          <p:cNvPr id="61" name="Connecteur droit avec flèche 26">
            <a:extLst>
              <a:ext uri="{FF2B5EF4-FFF2-40B4-BE49-F238E27FC236}">
                <a16:creationId xmlns:a16="http://schemas.microsoft.com/office/drawing/2014/main" id="{C2A3655A-8F58-E232-F0C5-D380A958AF7A}"/>
              </a:ext>
            </a:extLst>
          </p:cNvPr>
          <p:cNvCxnSpPr>
            <a:cxnSpLocks/>
            <a:stCxn id="56" idx="0"/>
            <a:endCxn id="60" idx="2"/>
          </p:cNvCxnSpPr>
          <p:nvPr/>
        </p:nvCxnSpPr>
        <p:spPr>
          <a:xfrm flipH="1" flipV="1">
            <a:off x="7342919" y="1776703"/>
            <a:ext cx="523942" cy="208160"/>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62" name="Connecteur droit avec flèche 26">
            <a:extLst>
              <a:ext uri="{FF2B5EF4-FFF2-40B4-BE49-F238E27FC236}">
                <a16:creationId xmlns:a16="http://schemas.microsoft.com/office/drawing/2014/main" id="{35180065-AFB6-27D1-F532-3C5391EACDA6}"/>
              </a:ext>
            </a:extLst>
          </p:cNvPr>
          <p:cNvCxnSpPr>
            <a:cxnSpLocks/>
            <a:stCxn id="84" idx="0"/>
            <a:endCxn id="60" idx="2"/>
          </p:cNvCxnSpPr>
          <p:nvPr/>
        </p:nvCxnSpPr>
        <p:spPr>
          <a:xfrm flipH="1" flipV="1">
            <a:off x="7342919" y="1776703"/>
            <a:ext cx="16201" cy="2140113"/>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63" name="ZoneTexte 62">
            <a:extLst>
              <a:ext uri="{FF2B5EF4-FFF2-40B4-BE49-F238E27FC236}">
                <a16:creationId xmlns:a16="http://schemas.microsoft.com/office/drawing/2014/main" id="{5EDA5A76-ED10-5541-6E1A-4A2C79D900A7}"/>
              </a:ext>
            </a:extLst>
          </p:cNvPr>
          <p:cNvSpPr txBox="1"/>
          <p:nvPr/>
        </p:nvSpPr>
        <p:spPr>
          <a:xfrm>
            <a:off x="5185955" y="3099577"/>
            <a:ext cx="744957" cy="246221"/>
          </a:xfrm>
          <a:prstGeom prst="rect">
            <a:avLst/>
          </a:prstGeom>
          <a:noFill/>
        </p:spPr>
        <p:txBody>
          <a:bodyPr wrap="square" rtlCol="0">
            <a:spAutoFit/>
          </a:bodyPr>
          <a:lstStyle/>
          <a:p>
            <a:pPr algn="ctr"/>
            <a:r>
              <a:rPr lang="fr-FR" sz="1000" dirty="0"/>
              <a:t>ATT&amp;CK</a:t>
            </a:r>
          </a:p>
        </p:txBody>
      </p:sp>
      <p:cxnSp>
        <p:nvCxnSpPr>
          <p:cNvPr id="64" name="Connecteur droit avec flèche 26">
            <a:extLst>
              <a:ext uri="{FF2B5EF4-FFF2-40B4-BE49-F238E27FC236}">
                <a16:creationId xmlns:a16="http://schemas.microsoft.com/office/drawing/2014/main" id="{74BFE296-A0E8-A684-F913-93D78F9021B1}"/>
              </a:ext>
            </a:extLst>
          </p:cNvPr>
          <p:cNvCxnSpPr>
            <a:cxnSpLocks/>
            <a:stCxn id="111" idx="0"/>
            <a:endCxn id="63" idx="2"/>
          </p:cNvCxnSpPr>
          <p:nvPr/>
        </p:nvCxnSpPr>
        <p:spPr>
          <a:xfrm flipV="1">
            <a:off x="5239365" y="3345798"/>
            <a:ext cx="319069" cy="247207"/>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65" name="Connecteur droit avec flèche 26">
            <a:extLst>
              <a:ext uri="{FF2B5EF4-FFF2-40B4-BE49-F238E27FC236}">
                <a16:creationId xmlns:a16="http://schemas.microsoft.com/office/drawing/2014/main" id="{8153C47E-EDC4-FCED-947E-FDC39C38426B}"/>
              </a:ext>
            </a:extLst>
          </p:cNvPr>
          <p:cNvCxnSpPr>
            <a:cxnSpLocks/>
            <a:stCxn id="41" idx="3"/>
            <a:endCxn id="84" idx="1"/>
          </p:cNvCxnSpPr>
          <p:nvPr/>
        </p:nvCxnSpPr>
        <p:spPr>
          <a:xfrm flipV="1">
            <a:off x="4874458" y="4039927"/>
            <a:ext cx="2133443" cy="17504"/>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66" name="Connecteur droit avec flèche 26">
            <a:extLst>
              <a:ext uri="{FF2B5EF4-FFF2-40B4-BE49-F238E27FC236}">
                <a16:creationId xmlns:a16="http://schemas.microsoft.com/office/drawing/2014/main" id="{2C4679A7-3355-CA8A-2490-80D115BA8F50}"/>
              </a:ext>
            </a:extLst>
          </p:cNvPr>
          <p:cNvCxnSpPr>
            <a:cxnSpLocks/>
            <a:stCxn id="72" idx="3"/>
            <a:endCxn id="84" idx="1"/>
          </p:cNvCxnSpPr>
          <p:nvPr/>
        </p:nvCxnSpPr>
        <p:spPr>
          <a:xfrm flipV="1">
            <a:off x="3614929" y="4039927"/>
            <a:ext cx="3392972" cy="477228"/>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67" name="ZoneTexte 66">
            <a:extLst>
              <a:ext uri="{FF2B5EF4-FFF2-40B4-BE49-F238E27FC236}">
                <a16:creationId xmlns:a16="http://schemas.microsoft.com/office/drawing/2014/main" id="{24C53A5C-71C3-3FB9-7C07-9C23FC81F7B1}"/>
              </a:ext>
            </a:extLst>
          </p:cNvPr>
          <p:cNvSpPr txBox="1"/>
          <p:nvPr/>
        </p:nvSpPr>
        <p:spPr>
          <a:xfrm>
            <a:off x="8377455" y="5179861"/>
            <a:ext cx="1080000" cy="246221"/>
          </a:xfrm>
          <a:prstGeom prst="rect">
            <a:avLst/>
          </a:prstGeom>
          <a:noFill/>
        </p:spPr>
        <p:txBody>
          <a:bodyPr wrap="square" rtlCol="0">
            <a:spAutoFit/>
          </a:bodyPr>
          <a:lstStyle/>
          <a:p>
            <a:pPr algn="ctr"/>
            <a:r>
              <a:rPr lang="fr-FR" sz="1000" dirty="0"/>
              <a:t>ISO/IEC 27701</a:t>
            </a:r>
          </a:p>
        </p:txBody>
      </p:sp>
      <p:cxnSp>
        <p:nvCxnSpPr>
          <p:cNvPr id="68" name="Connecteur droit avec flèche 26">
            <a:extLst>
              <a:ext uri="{FF2B5EF4-FFF2-40B4-BE49-F238E27FC236}">
                <a16:creationId xmlns:a16="http://schemas.microsoft.com/office/drawing/2014/main" id="{4ABBAD14-554E-3E01-8C4B-BA8483A518D6}"/>
              </a:ext>
            </a:extLst>
          </p:cNvPr>
          <p:cNvCxnSpPr>
            <a:cxnSpLocks/>
            <a:stCxn id="40" idx="3"/>
            <a:endCxn id="67" idx="1"/>
          </p:cNvCxnSpPr>
          <p:nvPr/>
        </p:nvCxnSpPr>
        <p:spPr>
          <a:xfrm flipV="1">
            <a:off x="4881931" y="5302972"/>
            <a:ext cx="3495524" cy="13487"/>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69" name="Connecteur droit avec flèche 26">
            <a:extLst>
              <a:ext uri="{FF2B5EF4-FFF2-40B4-BE49-F238E27FC236}">
                <a16:creationId xmlns:a16="http://schemas.microsoft.com/office/drawing/2014/main" id="{C31F981A-FBA6-D750-92C8-872ADCAAF547}"/>
              </a:ext>
            </a:extLst>
          </p:cNvPr>
          <p:cNvCxnSpPr>
            <a:cxnSpLocks/>
            <a:stCxn id="67" idx="0"/>
            <a:endCxn id="70" idx="2"/>
          </p:cNvCxnSpPr>
          <p:nvPr/>
        </p:nvCxnSpPr>
        <p:spPr>
          <a:xfrm flipV="1">
            <a:off x="8917455" y="4917251"/>
            <a:ext cx="0" cy="262610"/>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70" name="ZoneTexte 69">
            <a:extLst>
              <a:ext uri="{FF2B5EF4-FFF2-40B4-BE49-F238E27FC236}">
                <a16:creationId xmlns:a16="http://schemas.microsoft.com/office/drawing/2014/main" id="{33D27784-31F9-C5A2-F3BC-8921F53C80EF}"/>
              </a:ext>
            </a:extLst>
          </p:cNvPr>
          <p:cNvSpPr txBox="1"/>
          <p:nvPr/>
        </p:nvSpPr>
        <p:spPr>
          <a:xfrm>
            <a:off x="8377455" y="4671030"/>
            <a:ext cx="1080000" cy="246221"/>
          </a:xfrm>
          <a:prstGeom prst="rect">
            <a:avLst/>
          </a:prstGeom>
          <a:noFill/>
        </p:spPr>
        <p:txBody>
          <a:bodyPr wrap="square" rtlCol="0">
            <a:spAutoFit/>
          </a:bodyPr>
          <a:lstStyle/>
          <a:p>
            <a:pPr algn="ctr"/>
            <a:r>
              <a:rPr lang="fr-FR" sz="1000" dirty="0"/>
              <a:t>ISO/IEC 29134</a:t>
            </a:r>
          </a:p>
        </p:txBody>
      </p:sp>
      <p:cxnSp>
        <p:nvCxnSpPr>
          <p:cNvPr id="71" name="Connecteur droit avec flèche 26">
            <a:extLst>
              <a:ext uri="{FF2B5EF4-FFF2-40B4-BE49-F238E27FC236}">
                <a16:creationId xmlns:a16="http://schemas.microsoft.com/office/drawing/2014/main" id="{5F25FCBA-3123-F9CE-7B4D-7D581D084860}"/>
              </a:ext>
            </a:extLst>
          </p:cNvPr>
          <p:cNvCxnSpPr>
            <a:cxnSpLocks/>
            <a:stCxn id="72" idx="3"/>
            <a:endCxn id="70" idx="1"/>
          </p:cNvCxnSpPr>
          <p:nvPr/>
        </p:nvCxnSpPr>
        <p:spPr>
          <a:xfrm>
            <a:off x="3614929" y="4517155"/>
            <a:ext cx="4762526" cy="276986"/>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72" name="ZoneTexte 71">
            <a:extLst>
              <a:ext uri="{FF2B5EF4-FFF2-40B4-BE49-F238E27FC236}">
                <a16:creationId xmlns:a16="http://schemas.microsoft.com/office/drawing/2014/main" id="{E26F16E4-A7D8-0795-554E-9209F367D0EF}"/>
              </a:ext>
            </a:extLst>
          </p:cNvPr>
          <p:cNvSpPr txBox="1"/>
          <p:nvPr/>
        </p:nvSpPr>
        <p:spPr>
          <a:xfrm>
            <a:off x="2786929" y="4394044"/>
            <a:ext cx="828000" cy="246221"/>
          </a:xfrm>
          <a:prstGeom prst="rect">
            <a:avLst/>
          </a:prstGeom>
          <a:noFill/>
        </p:spPr>
        <p:txBody>
          <a:bodyPr wrap="square" rtlCol="0">
            <a:spAutoFit/>
          </a:bodyPr>
          <a:lstStyle/>
          <a:p>
            <a:pPr algn="ctr"/>
            <a:r>
              <a:rPr lang="fr-FR" sz="1000" dirty="0"/>
              <a:t>ISO 31000</a:t>
            </a:r>
          </a:p>
        </p:txBody>
      </p:sp>
      <p:sp>
        <p:nvSpPr>
          <p:cNvPr id="73" name="ZoneTexte 72">
            <a:extLst>
              <a:ext uri="{FF2B5EF4-FFF2-40B4-BE49-F238E27FC236}">
                <a16:creationId xmlns:a16="http://schemas.microsoft.com/office/drawing/2014/main" id="{1EB6273D-7917-8B83-F079-28263699A2CB}"/>
              </a:ext>
            </a:extLst>
          </p:cNvPr>
          <p:cNvSpPr txBox="1"/>
          <p:nvPr/>
        </p:nvSpPr>
        <p:spPr>
          <a:xfrm>
            <a:off x="2583825" y="1134885"/>
            <a:ext cx="1306462" cy="246221"/>
          </a:xfrm>
          <a:prstGeom prst="rect">
            <a:avLst/>
          </a:prstGeom>
          <a:noFill/>
        </p:spPr>
        <p:txBody>
          <a:bodyPr wrap="square" rtlCol="0">
            <a:spAutoFit/>
          </a:bodyPr>
          <a:lstStyle/>
          <a:p>
            <a:pPr algn="ctr"/>
            <a:r>
              <a:rPr lang="fr-FR" sz="1000" b="1" dirty="0"/>
              <a:t>Tous domaines</a:t>
            </a:r>
          </a:p>
        </p:txBody>
      </p:sp>
      <p:sp>
        <p:nvSpPr>
          <p:cNvPr id="74" name="ZoneTexte 73">
            <a:extLst>
              <a:ext uri="{FF2B5EF4-FFF2-40B4-BE49-F238E27FC236}">
                <a16:creationId xmlns:a16="http://schemas.microsoft.com/office/drawing/2014/main" id="{9C203430-713B-F930-FD96-EA4B7EFBCD75}"/>
              </a:ext>
            </a:extLst>
          </p:cNvPr>
          <p:cNvSpPr txBox="1"/>
          <p:nvPr/>
        </p:nvSpPr>
        <p:spPr>
          <a:xfrm>
            <a:off x="2786929" y="5522247"/>
            <a:ext cx="792000" cy="400110"/>
          </a:xfrm>
          <a:prstGeom prst="rect">
            <a:avLst/>
          </a:prstGeom>
          <a:noFill/>
        </p:spPr>
        <p:txBody>
          <a:bodyPr wrap="square" rtlCol="0">
            <a:spAutoFit/>
          </a:bodyPr>
          <a:lstStyle/>
          <a:p>
            <a:pPr algn="ctr"/>
            <a:r>
              <a:rPr lang="fr-FR" sz="1000" dirty="0"/>
              <a:t>Directives de l’ISO</a:t>
            </a:r>
          </a:p>
        </p:txBody>
      </p:sp>
      <p:sp>
        <p:nvSpPr>
          <p:cNvPr id="75" name="ZoneTexte 74">
            <a:extLst>
              <a:ext uri="{FF2B5EF4-FFF2-40B4-BE49-F238E27FC236}">
                <a16:creationId xmlns:a16="http://schemas.microsoft.com/office/drawing/2014/main" id="{E5D9BFD9-7604-12EB-E2DB-CF4DAA73FFD9}"/>
              </a:ext>
            </a:extLst>
          </p:cNvPr>
          <p:cNvSpPr txBox="1"/>
          <p:nvPr/>
        </p:nvSpPr>
        <p:spPr>
          <a:xfrm>
            <a:off x="2782446" y="3591958"/>
            <a:ext cx="840842" cy="400110"/>
          </a:xfrm>
          <a:prstGeom prst="rect">
            <a:avLst/>
          </a:prstGeom>
          <a:noFill/>
        </p:spPr>
        <p:txBody>
          <a:bodyPr wrap="square" rtlCol="0">
            <a:spAutoFit/>
          </a:bodyPr>
          <a:lstStyle/>
          <a:p>
            <a:pPr algn="ctr"/>
            <a:r>
              <a:rPr lang="fr-FR" sz="1000" dirty="0"/>
              <a:t>EBIOS générique</a:t>
            </a:r>
            <a:endParaRPr lang="fr-FR" sz="1000" i="1" dirty="0"/>
          </a:p>
        </p:txBody>
      </p:sp>
      <p:cxnSp>
        <p:nvCxnSpPr>
          <p:cNvPr id="76" name="Connecteur droit avec flèche 26">
            <a:extLst>
              <a:ext uri="{FF2B5EF4-FFF2-40B4-BE49-F238E27FC236}">
                <a16:creationId xmlns:a16="http://schemas.microsoft.com/office/drawing/2014/main" id="{61224092-8D70-F9B9-08C7-8D0C933DECC1}"/>
              </a:ext>
            </a:extLst>
          </p:cNvPr>
          <p:cNvCxnSpPr>
            <a:cxnSpLocks/>
            <a:stCxn id="72" idx="0"/>
            <a:endCxn id="75" idx="2"/>
          </p:cNvCxnSpPr>
          <p:nvPr/>
        </p:nvCxnSpPr>
        <p:spPr>
          <a:xfrm flipV="1">
            <a:off x="3200929" y="3992068"/>
            <a:ext cx="1938" cy="401976"/>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77" name="ZoneTexte 76">
            <a:extLst>
              <a:ext uri="{FF2B5EF4-FFF2-40B4-BE49-F238E27FC236}">
                <a16:creationId xmlns:a16="http://schemas.microsoft.com/office/drawing/2014/main" id="{C1E30CF1-BB67-EABA-98FD-BF40C728ECAD}"/>
              </a:ext>
            </a:extLst>
          </p:cNvPr>
          <p:cNvSpPr txBox="1"/>
          <p:nvPr/>
        </p:nvSpPr>
        <p:spPr>
          <a:xfrm>
            <a:off x="5836576" y="1722653"/>
            <a:ext cx="1115249" cy="553998"/>
          </a:xfrm>
          <a:prstGeom prst="rect">
            <a:avLst/>
          </a:prstGeom>
          <a:noFill/>
        </p:spPr>
        <p:txBody>
          <a:bodyPr wrap="square" rtlCol="0">
            <a:spAutoFit/>
          </a:bodyPr>
          <a:lstStyle/>
          <a:p>
            <a:pPr algn="ctr"/>
            <a:r>
              <a:rPr lang="fr-FR" sz="1000" dirty="0"/>
              <a:t>Recos diverses (NIST, OCDE, UE, etc.)</a:t>
            </a:r>
          </a:p>
        </p:txBody>
      </p:sp>
      <p:sp>
        <p:nvSpPr>
          <p:cNvPr id="78" name="ZoneTexte 77">
            <a:extLst>
              <a:ext uri="{FF2B5EF4-FFF2-40B4-BE49-F238E27FC236}">
                <a16:creationId xmlns:a16="http://schemas.microsoft.com/office/drawing/2014/main" id="{67AC9ACD-DB2E-962D-A58D-E13163962F00}"/>
              </a:ext>
            </a:extLst>
          </p:cNvPr>
          <p:cNvSpPr txBox="1"/>
          <p:nvPr/>
        </p:nvSpPr>
        <p:spPr>
          <a:xfrm>
            <a:off x="4032728" y="2722192"/>
            <a:ext cx="1080000" cy="246221"/>
          </a:xfrm>
          <a:prstGeom prst="rect">
            <a:avLst/>
          </a:prstGeom>
          <a:noFill/>
        </p:spPr>
        <p:txBody>
          <a:bodyPr wrap="square" rtlCol="0">
            <a:spAutoFit/>
          </a:bodyPr>
          <a:lstStyle/>
          <a:p>
            <a:pPr algn="ctr"/>
            <a:r>
              <a:rPr lang="fr-FR" sz="1000" dirty="0"/>
              <a:t>ISO/IEC 27090</a:t>
            </a:r>
          </a:p>
        </p:txBody>
      </p:sp>
      <p:cxnSp>
        <p:nvCxnSpPr>
          <p:cNvPr id="79" name="Connecteur droit avec flèche 26">
            <a:extLst>
              <a:ext uri="{FF2B5EF4-FFF2-40B4-BE49-F238E27FC236}">
                <a16:creationId xmlns:a16="http://schemas.microsoft.com/office/drawing/2014/main" id="{03263976-6A23-1815-B28A-1FB8B558411A}"/>
              </a:ext>
            </a:extLst>
          </p:cNvPr>
          <p:cNvCxnSpPr>
            <a:cxnSpLocks/>
            <a:stCxn id="84" idx="0"/>
            <a:endCxn id="78" idx="3"/>
          </p:cNvCxnSpPr>
          <p:nvPr/>
        </p:nvCxnSpPr>
        <p:spPr>
          <a:xfrm flipH="1" flipV="1">
            <a:off x="5112728" y="2845303"/>
            <a:ext cx="2246392" cy="1071513"/>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80" name="Connecteur droit avec flèche 26">
            <a:extLst>
              <a:ext uri="{FF2B5EF4-FFF2-40B4-BE49-F238E27FC236}">
                <a16:creationId xmlns:a16="http://schemas.microsoft.com/office/drawing/2014/main" id="{88DD2B8B-166A-9086-F3A4-538F619B9BC7}"/>
              </a:ext>
            </a:extLst>
          </p:cNvPr>
          <p:cNvCxnSpPr>
            <a:cxnSpLocks/>
            <a:stCxn id="41" idx="0"/>
            <a:endCxn id="78" idx="2"/>
          </p:cNvCxnSpPr>
          <p:nvPr/>
        </p:nvCxnSpPr>
        <p:spPr>
          <a:xfrm flipV="1">
            <a:off x="4334458" y="2968413"/>
            <a:ext cx="238270" cy="965907"/>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81" name="Connecteur droit avec flèche 26">
            <a:extLst>
              <a:ext uri="{FF2B5EF4-FFF2-40B4-BE49-F238E27FC236}">
                <a16:creationId xmlns:a16="http://schemas.microsoft.com/office/drawing/2014/main" id="{71113699-DA28-8FFF-EE0E-262B3B27F7F4}"/>
              </a:ext>
            </a:extLst>
          </p:cNvPr>
          <p:cNvCxnSpPr>
            <a:cxnSpLocks/>
            <a:stCxn id="37" idx="0"/>
            <a:endCxn id="84" idx="2"/>
          </p:cNvCxnSpPr>
          <p:nvPr/>
        </p:nvCxnSpPr>
        <p:spPr>
          <a:xfrm flipV="1">
            <a:off x="7359119" y="4163037"/>
            <a:ext cx="1" cy="1832730"/>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82" name="Connecteur droit avec flèche 26">
            <a:extLst>
              <a:ext uri="{FF2B5EF4-FFF2-40B4-BE49-F238E27FC236}">
                <a16:creationId xmlns:a16="http://schemas.microsoft.com/office/drawing/2014/main" id="{81075B67-CD7C-E42B-578A-D4428F9F98FC}"/>
              </a:ext>
            </a:extLst>
          </p:cNvPr>
          <p:cNvCxnSpPr>
            <a:cxnSpLocks/>
            <a:stCxn id="54" idx="0"/>
            <a:endCxn id="84" idx="2"/>
          </p:cNvCxnSpPr>
          <p:nvPr/>
        </p:nvCxnSpPr>
        <p:spPr>
          <a:xfrm flipV="1">
            <a:off x="6336797" y="4163037"/>
            <a:ext cx="1022323" cy="222385"/>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83" name="Connecteur droit avec flèche 26">
            <a:extLst>
              <a:ext uri="{FF2B5EF4-FFF2-40B4-BE49-F238E27FC236}">
                <a16:creationId xmlns:a16="http://schemas.microsoft.com/office/drawing/2014/main" id="{B2E1874C-9709-74F9-07A3-433FC0517FD7}"/>
              </a:ext>
            </a:extLst>
          </p:cNvPr>
          <p:cNvCxnSpPr>
            <a:cxnSpLocks/>
            <a:stCxn id="70" idx="0"/>
            <a:endCxn id="84" idx="2"/>
          </p:cNvCxnSpPr>
          <p:nvPr/>
        </p:nvCxnSpPr>
        <p:spPr>
          <a:xfrm flipH="1" flipV="1">
            <a:off x="7359120" y="4163037"/>
            <a:ext cx="1558335" cy="507993"/>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84" name="ZoneTexte 83">
            <a:extLst>
              <a:ext uri="{FF2B5EF4-FFF2-40B4-BE49-F238E27FC236}">
                <a16:creationId xmlns:a16="http://schemas.microsoft.com/office/drawing/2014/main" id="{43E1C97E-1660-0E37-06C2-7217C30197FE}"/>
              </a:ext>
            </a:extLst>
          </p:cNvPr>
          <p:cNvSpPr txBox="1"/>
          <p:nvPr/>
        </p:nvSpPr>
        <p:spPr>
          <a:xfrm>
            <a:off x="7007901" y="3916816"/>
            <a:ext cx="702437" cy="246221"/>
          </a:xfrm>
          <a:prstGeom prst="rect">
            <a:avLst/>
          </a:prstGeom>
          <a:ln>
            <a:solidFill>
              <a:srgbClr val="7030A0"/>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fr-FR" sz="1000" b="1" dirty="0"/>
              <a:t>Méthode</a:t>
            </a:r>
            <a:endParaRPr lang="fr-FR" sz="1000" b="1" i="1" dirty="0"/>
          </a:p>
        </p:txBody>
      </p:sp>
      <p:cxnSp>
        <p:nvCxnSpPr>
          <p:cNvPr id="85" name="Connecteur droit avec flèche 26">
            <a:extLst>
              <a:ext uri="{FF2B5EF4-FFF2-40B4-BE49-F238E27FC236}">
                <a16:creationId xmlns:a16="http://schemas.microsoft.com/office/drawing/2014/main" id="{88F8D7ED-F4B5-F72D-5317-9510F648A91B}"/>
              </a:ext>
            </a:extLst>
          </p:cNvPr>
          <p:cNvCxnSpPr>
            <a:cxnSpLocks/>
            <a:stCxn id="53" idx="0"/>
            <a:endCxn id="84" idx="2"/>
          </p:cNvCxnSpPr>
          <p:nvPr/>
        </p:nvCxnSpPr>
        <p:spPr>
          <a:xfrm flipV="1">
            <a:off x="6336799" y="4163037"/>
            <a:ext cx="1022321" cy="1300033"/>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86" name="Connecteur droit avec flèche 26">
            <a:extLst>
              <a:ext uri="{FF2B5EF4-FFF2-40B4-BE49-F238E27FC236}">
                <a16:creationId xmlns:a16="http://schemas.microsoft.com/office/drawing/2014/main" id="{F3C1BC20-7ECF-41DC-C909-B93DBB2913A9}"/>
              </a:ext>
            </a:extLst>
          </p:cNvPr>
          <p:cNvCxnSpPr>
            <a:cxnSpLocks/>
            <a:stCxn id="70" idx="0"/>
            <a:endCxn id="87" idx="2"/>
          </p:cNvCxnSpPr>
          <p:nvPr/>
        </p:nvCxnSpPr>
        <p:spPr>
          <a:xfrm flipV="1">
            <a:off x="8917455" y="4400948"/>
            <a:ext cx="2" cy="270082"/>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87" name="ZoneTexte 86">
            <a:extLst>
              <a:ext uri="{FF2B5EF4-FFF2-40B4-BE49-F238E27FC236}">
                <a16:creationId xmlns:a16="http://schemas.microsoft.com/office/drawing/2014/main" id="{1D28389F-7F3D-DE0C-648C-0EC1E207939C}"/>
              </a:ext>
            </a:extLst>
          </p:cNvPr>
          <p:cNvSpPr txBox="1"/>
          <p:nvPr/>
        </p:nvSpPr>
        <p:spPr>
          <a:xfrm>
            <a:off x="8377457" y="4154727"/>
            <a:ext cx="1080000" cy="246221"/>
          </a:xfrm>
          <a:prstGeom prst="rect">
            <a:avLst/>
          </a:prstGeom>
          <a:noFill/>
        </p:spPr>
        <p:txBody>
          <a:bodyPr wrap="square" rtlCol="0">
            <a:spAutoFit/>
          </a:bodyPr>
          <a:lstStyle/>
          <a:p>
            <a:pPr algn="ctr"/>
            <a:r>
              <a:rPr lang="fr-FR" sz="1000" dirty="0"/>
              <a:t>ISO/IEC 42005</a:t>
            </a:r>
          </a:p>
        </p:txBody>
      </p:sp>
      <p:cxnSp>
        <p:nvCxnSpPr>
          <p:cNvPr id="88" name="Connecteur droit avec flèche 26">
            <a:extLst>
              <a:ext uri="{FF2B5EF4-FFF2-40B4-BE49-F238E27FC236}">
                <a16:creationId xmlns:a16="http://schemas.microsoft.com/office/drawing/2014/main" id="{1C23AB14-ED7D-93D6-4B7D-79D4FE5B384A}"/>
              </a:ext>
            </a:extLst>
          </p:cNvPr>
          <p:cNvCxnSpPr>
            <a:cxnSpLocks/>
            <a:stCxn id="87" idx="1"/>
            <a:endCxn id="54" idx="3"/>
          </p:cNvCxnSpPr>
          <p:nvPr/>
        </p:nvCxnSpPr>
        <p:spPr>
          <a:xfrm flipH="1">
            <a:off x="6876797" y="4277838"/>
            <a:ext cx="1500660" cy="230695"/>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89" name="ZoneTexte 88">
            <a:extLst>
              <a:ext uri="{FF2B5EF4-FFF2-40B4-BE49-F238E27FC236}">
                <a16:creationId xmlns:a16="http://schemas.microsoft.com/office/drawing/2014/main" id="{92E110DE-EEB7-3FC5-D2FD-8FD5496646C2}"/>
              </a:ext>
            </a:extLst>
          </p:cNvPr>
          <p:cNvSpPr txBox="1"/>
          <p:nvPr/>
        </p:nvSpPr>
        <p:spPr>
          <a:xfrm>
            <a:off x="10428926" y="5522247"/>
            <a:ext cx="1080000" cy="246221"/>
          </a:xfrm>
          <a:prstGeom prst="rect">
            <a:avLst/>
          </a:prstGeom>
          <a:noFill/>
        </p:spPr>
        <p:txBody>
          <a:bodyPr wrap="square" rtlCol="0">
            <a:spAutoFit/>
          </a:bodyPr>
          <a:lstStyle/>
          <a:p>
            <a:pPr algn="ctr"/>
            <a:r>
              <a:rPr lang="fr-FR" sz="1000" dirty="0"/>
              <a:t>ISO 14001</a:t>
            </a:r>
          </a:p>
        </p:txBody>
      </p:sp>
      <p:cxnSp>
        <p:nvCxnSpPr>
          <p:cNvPr id="90" name="Connecteur droit avec flèche 26">
            <a:extLst>
              <a:ext uri="{FF2B5EF4-FFF2-40B4-BE49-F238E27FC236}">
                <a16:creationId xmlns:a16="http://schemas.microsoft.com/office/drawing/2014/main" id="{58440D44-860F-889E-FD6B-E530F3BEC9CD}"/>
              </a:ext>
            </a:extLst>
          </p:cNvPr>
          <p:cNvCxnSpPr>
            <a:cxnSpLocks/>
            <a:endCxn id="91" idx="2"/>
          </p:cNvCxnSpPr>
          <p:nvPr/>
        </p:nvCxnSpPr>
        <p:spPr>
          <a:xfrm flipV="1">
            <a:off x="10981395" y="4351058"/>
            <a:ext cx="0" cy="1171189"/>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91" name="ZoneTexte 90">
            <a:extLst>
              <a:ext uri="{FF2B5EF4-FFF2-40B4-BE49-F238E27FC236}">
                <a16:creationId xmlns:a16="http://schemas.microsoft.com/office/drawing/2014/main" id="{B8976E8D-2C4C-0912-41BE-0214ABBAA590}"/>
              </a:ext>
            </a:extLst>
          </p:cNvPr>
          <p:cNvSpPr txBox="1"/>
          <p:nvPr/>
        </p:nvSpPr>
        <p:spPr>
          <a:xfrm>
            <a:off x="10441395" y="3950948"/>
            <a:ext cx="1080000" cy="400110"/>
          </a:xfrm>
          <a:prstGeom prst="rect">
            <a:avLst/>
          </a:prstGeom>
          <a:noFill/>
        </p:spPr>
        <p:txBody>
          <a:bodyPr wrap="square" rtlCol="0">
            <a:spAutoFit/>
          </a:bodyPr>
          <a:lstStyle/>
          <a:p>
            <a:pPr algn="ctr"/>
            <a:r>
              <a:rPr lang="fr-FR" sz="1000" dirty="0"/>
              <a:t>ISO 14004</a:t>
            </a:r>
          </a:p>
          <a:p>
            <a:pPr algn="ctr"/>
            <a:r>
              <a:rPr lang="fr-FR" sz="1000" dirty="0"/>
              <a:t>NF X30-205</a:t>
            </a:r>
          </a:p>
        </p:txBody>
      </p:sp>
      <p:cxnSp>
        <p:nvCxnSpPr>
          <p:cNvPr id="92" name="Connecteur droit avec flèche 26">
            <a:extLst>
              <a:ext uri="{FF2B5EF4-FFF2-40B4-BE49-F238E27FC236}">
                <a16:creationId xmlns:a16="http://schemas.microsoft.com/office/drawing/2014/main" id="{006AFDB6-DB35-6161-9430-232E543B7197}"/>
              </a:ext>
            </a:extLst>
          </p:cNvPr>
          <p:cNvCxnSpPr>
            <a:cxnSpLocks/>
            <a:stCxn id="74" idx="3"/>
            <a:endCxn id="89" idx="1"/>
          </p:cNvCxnSpPr>
          <p:nvPr/>
        </p:nvCxnSpPr>
        <p:spPr>
          <a:xfrm flipV="1">
            <a:off x="3578929" y="5645358"/>
            <a:ext cx="6849997" cy="76944"/>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93" name="ZoneTexte 92">
            <a:extLst>
              <a:ext uri="{FF2B5EF4-FFF2-40B4-BE49-F238E27FC236}">
                <a16:creationId xmlns:a16="http://schemas.microsoft.com/office/drawing/2014/main" id="{01396D4B-1CC8-0A2C-C3E8-A00D5C321729}"/>
              </a:ext>
            </a:extLst>
          </p:cNvPr>
          <p:cNvSpPr txBox="1"/>
          <p:nvPr/>
        </p:nvSpPr>
        <p:spPr>
          <a:xfrm>
            <a:off x="10641698" y="1431705"/>
            <a:ext cx="1092145" cy="400110"/>
          </a:xfrm>
          <a:prstGeom prst="rect">
            <a:avLst/>
          </a:prstGeom>
          <a:noFill/>
        </p:spPr>
        <p:txBody>
          <a:bodyPr wrap="square" rtlCol="0">
            <a:spAutoFit/>
          </a:bodyPr>
          <a:lstStyle/>
          <a:p>
            <a:pPr algn="ctr"/>
            <a:r>
              <a:rPr lang="fr-FR" sz="1000" dirty="0"/>
              <a:t>Sûreté :</a:t>
            </a:r>
          </a:p>
          <a:p>
            <a:pPr algn="ctr"/>
            <a:r>
              <a:rPr lang="fr-FR" sz="1000" dirty="0"/>
              <a:t>IEC 61508</a:t>
            </a:r>
          </a:p>
        </p:txBody>
      </p:sp>
      <p:sp>
        <p:nvSpPr>
          <p:cNvPr id="94" name="ZoneTexte 93">
            <a:extLst>
              <a:ext uri="{FF2B5EF4-FFF2-40B4-BE49-F238E27FC236}">
                <a16:creationId xmlns:a16="http://schemas.microsoft.com/office/drawing/2014/main" id="{9BE0B659-DAB8-9C26-6112-C30AFDAD4018}"/>
              </a:ext>
            </a:extLst>
          </p:cNvPr>
          <p:cNvSpPr txBox="1"/>
          <p:nvPr/>
        </p:nvSpPr>
        <p:spPr>
          <a:xfrm>
            <a:off x="10641698" y="1778217"/>
            <a:ext cx="1092145" cy="400110"/>
          </a:xfrm>
          <a:prstGeom prst="rect">
            <a:avLst/>
          </a:prstGeom>
          <a:noFill/>
        </p:spPr>
        <p:txBody>
          <a:bodyPr wrap="square" rtlCol="0">
            <a:spAutoFit/>
          </a:bodyPr>
          <a:lstStyle/>
          <a:p>
            <a:pPr algn="ctr"/>
            <a:r>
              <a:rPr lang="fr-FR" sz="1000" dirty="0"/>
              <a:t>Interopérabilité :</a:t>
            </a:r>
          </a:p>
          <a:p>
            <a:pPr algn="ctr"/>
            <a:r>
              <a:rPr lang="fr-FR" sz="1000" dirty="0"/>
              <a:t>RGI</a:t>
            </a:r>
          </a:p>
        </p:txBody>
      </p:sp>
      <p:sp>
        <p:nvSpPr>
          <p:cNvPr id="95" name="ZoneTexte 94">
            <a:extLst>
              <a:ext uri="{FF2B5EF4-FFF2-40B4-BE49-F238E27FC236}">
                <a16:creationId xmlns:a16="http://schemas.microsoft.com/office/drawing/2014/main" id="{7D27B634-E407-7CB0-7F13-D4F868191971}"/>
              </a:ext>
            </a:extLst>
          </p:cNvPr>
          <p:cNvSpPr txBox="1"/>
          <p:nvPr/>
        </p:nvSpPr>
        <p:spPr>
          <a:xfrm>
            <a:off x="10641698" y="2124729"/>
            <a:ext cx="1092145" cy="707886"/>
          </a:xfrm>
          <a:prstGeom prst="rect">
            <a:avLst/>
          </a:prstGeom>
          <a:noFill/>
        </p:spPr>
        <p:txBody>
          <a:bodyPr wrap="square" rtlCol="0">
            <a:spAutoFit/>
          </a:bodyPr>
          <a:lstStyle/>
          <a:p>
            <a:pPr algn="ctr"/>
            <a:r>
              <a:rPr lang="fr-FR" sz="1000" dirty="0"/>
              <a:t>Accessibilité :</a:t>
            </a:r>
          </a:p>
          <a:p>
            <a:pPr algn="ctr"/>
            <a:r>
              <a:rPr lang="fr-FR" sz="1000" dirty="0"/>
              <a:t>EN 301 549</a:t>
            </a:r>
          </a:p>
          <a:p>
            <a:pPr algn="ctr"/>
            <a:r>
              <a:rPr lang="fr-FR" sz="1000" dirty="0"/>
              <a:t>WCAG</a:t>
            </a:r>
          </a:p>
          <a:p>
            <a:pPr algn="ctr"/>
            <a:r>
              <a:rPr lang="fr-FR" sz="1000" dirty="0"/>
              <a:t>RGAA</a:t>
            </a:r>
          </a:p>
        </p:txBody>
      </p:sp>
      <p:sp>
        <p:nvSpPr>
          <p:cNvPr id="96" name="ZoneTexte 95">
            <a:extLst>
              <a:ext uri="{FF2B5EF4-FFF2-40B4-BE49-F238E27FC236}">
                <a16:creationId xmlns:a16="http://schemas.microsoft.com/office/drawing/2014/main" id="{7FF88749-DC05-6970-9341-5DE4A4772457}"/>
              </a:ext>
            </a:extLst>
          </p:cNvPr>
          <p:cNvSpPr txBox="1"/>
          <p:nvPr/>
        </p:nvSpPr>
        <p:spPr>
          <a:xfrm>
            <a:off x="10641698" y="2855217"/>
            <a:ext cx="1092145" cy="553998"/>
          </a:xfrm>
          <a:prstGeom prst="rect">
            <a:avLst/>
          </a:prstGeom>
          <a:noFill/>
        </p:spPr>
        <p:txBody>
          <a:bodyPr wrap="square" rtlCol="0">
            <a:spAutoFit/>
          </a:bodyPr>
          <a:lstStyle/>
          <a:p>
            <a:pPr algn="ctr"/>
            <a:r>
              <a:rPr lang="fr-FR" sz="1000" dirty="0"/>
              <a:t>Environnement :</a:t>
            </a:r>
          </a:p>
          <a:p>
            <a:pPr algn="ctr"/>
            <a:r>
              <a:rPr lang="fr-FR" sz="1000" dirty="0"/>
              <a:t>EN 18287</a:t>
            </a:r>
          </a:p>
          <a:p>
            <a:pPr algn="ctr"/>
            <a:r>
              <a:rPr lang="fr-FR" sz="1000" dirty="0" err="1"/>
              <a:t>Spec</a:t>
            </a:r>
            <a:r>
              <a:rPr lang="fr-FR" sz="1000" dirty="0"/>
              <a:t> 2314</a:t>
            </a:r>
          </a:p>
        </p:txBody>
      </p:sp>
      <p:cxnSp>
        <p:nvCxnSpPr>
          <p:cNvPr id="97" name="Connecteur droit avec flèche 26">
            <a:extLst>
              <a:ext uri="{FF2B5EF4-FFF2-40B4-BE49-F238E27FC236}">
                <a16:creationId xmlns:a16="http://schemas.microsoft.com/office/drawing/2014/main" id="{466126FD-E656-36D6-E119-B77C7C817123}"/>
              </a:ext>
            </a:extLst>
          </p:cNvPr>
          <p:cNvCxnSpPr>
            <a:cxnSpLocks/>
            <a:stCxn id="84" idx="0"/>
            <a:endCxn id="104" idx="2"/>
          </p:cNvCxnSpPr>
          <p:nvPr/>
        </p:nvCxnSpPr>
        <p:spPr>
          <a:xfrm flipH="1" flipV="1">
            <a:off x="7349789" y="2890914"/>
            <a:ext cx="9331" cy="1025902"/>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98" name="Connecteur droit avec flèche 26">
            <a:extLst>
              <a:ext uri="{FF2B5EF4-FFF2-40B4-BE49-F238E27FC236}">
                <a16:creationId xmlns:a16="http://schemas.microsoft.com/office/drawing/2014/main" id="{2FED0AEF-9352-C079-9846-DD1FEFA4A9BD}"/>
              </a:ext>
            </a:extLst>
          </p:cNvPr>
          <p:cNvCxnSpPr>
            <a:cxnSpLocks/>
            <a:stCxn id="104" idx="3"/>
            <a:endCxn id="48" idx="1"/>
          </p:cNvCxnSpPr>
          <p:nvPr/>
        </p:nvCxnSpPr>
        <p:spPr>
          <a:xfrm flipV="1">
            <a:off x="7720838" y="1554816"/>
            <a:ext cx="1753443" cy="1136043"/>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99" name="Connecteur droit avec flèche 26">
            <a:extLst>
              <a:ext uri="{FF2B5EF4-FFF2-40B4-BE49-F238E27FC236}">
                <a16:creationId xmlns:a16="http://schemas.microsoft.com/office/drawing/2014/main" id="{838DB27A-25D0-7F72-07C4-CA21BE1546A9}"/>
              </a:ext>
            </a:extLst>
          </p:cNvPr>
          <p:cNvCxnSpPr>
            <a:cxnSpLocks/>
            <a:stCxn id="104" idx="1"/>
            <a:endCxn id="57" idx="2"/>
          </p:cNvCxnSpPr>
          <p:nvPr/>
        </p:nvCxnSpPr>
        <p:spPr>
          <a:xfrm flipH="1" flipV="1">
            <a:off x="5239895" y="1831815"/>
            <a:ext cx="1738844" cy="859044"/>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00" name="Connecteur droit avec flèche 26">
            <a:extLst>
              <a:ext uri="{FF2B5EF4-FFF2-40B4-BE49-F238E27FC236}">
                <a16:creationId xmlns:a16="http://schemas.microsoft.com/office/drawing/2014/main" id="{55042F68-1F39-1296-D33F-247B8B557A38}"/>
              </a:ext>
            </a:extLst>
          </p:cNvPr>
          <p:cNvCxnSpPr>
            <a:cxnSpLocks/>
            <a:stCxn id="104" idx="1"/>
            <a:endCxn id="38" idx="0"/>
          </p:cNvCxnSpPr>
          <p:nvPr/>
        </p:nvCxnSpPr>
        <p:spPr>
          <a:xfrm flipH="1">
            <a:off x="6538885" y="2690859"/>
            <a:ext cx="439854" cy="408718"/>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01" name="Connecteur droit avec flèche 26">
            <a:extLst>
              <a:ext uri="{FF2B5EF4-FFF2-40B4-BE49-F238E27FC236}">
                <a16:creationId xmlns:a16="http://schemas.microsoft.com/office/drawing/2014/main" id="{331F3FFC-B0A4-C0FA-7F29-270B54044539}"/>
              </a:ext>
            </a:extLst>
          </p:cNvPr>
          <p:cNvCxnSpPr>
            <a:cxnSpLocks/>
            <a:stCxn id="104" idx="3"/>
            <a:endCxn id="93" idx="1"/>
          </p:cNvCxnSpPr>
          <p:nvPr/>
        </p:nvCxnSpPr>
        <p:spPr>
          <a:xfrm flipV="1">
            <a:off x="7720838" y="1631760"/>
            <a:ext cx="2920860" cy="1059099"/>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02" name="Connecteur droit avec flèche 26">
            <a:extLst>
              <a:ext uri="{FF2B5EF4-FFF2-40B4-BE49-F238E27FC236}">
                <a16:creationId xmlns:a16="http://schemas.microsoft.com/office/drawing/2014/main" id="{711680C1-9735-3339-F32F-D30B0ADC6962}"/>
              </a:ext>
            </a:extLst>
          </p:cNvPr>
          <p:cNvCxnSpPr>
            <a:cxnSpLocks/>
            <a:stCxn id="104" idx="1"/>
            <a:endCxn id="116" idx="3"/>
          </p:cNvCxnSpPr>
          <p:nvPr/>
        </p:nvCxnSpPr>
        <p:spPr>
          <a:xfrm flipH="1" flipV="1">
            <a:off x="5819357" y="2303094"/>
            <a:ext cx="1159382" cy="387765"/>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03" name="Connecteur droit avec flèche 26">
            <a:extLst>
              <a:ext uri="{FF2B5EF4-FFF2-40B4-BE49-F238E27FC236}">
                <a16:creationId xmlns:a16="http://schemas.microsoft.com/office/drawing/2014/main" id="{377F858E-C25D-01D3-514F-5EEB2B16E95C}"/>
              </a:ext>
            </a:extLst>
          </p:cNvPr>
          <p:cNvCxnSpPr>
            <a:cxnSpLocks/>
            <a:stCxn id="104" idx="1"/>
            <a:endCxn id="45" idx="3"/>
          </p:cNvCxnSpPr>
          <p:nvPr/>
        </p:nvCxnSpPr>
        <p:spPr>
          <a:xfrm flipH="1" flipV="1">
            <a:off x="4869786" y="2573859"/>
            <a:ext cx="2108953" cy="117000"/>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104" name="ZoneTexte 103">
            <a:extLst>
              <a:ext uri="{FF2B5EF4-FFF2-40B4-BE49-F238E27FC236}">
                <a16:creationId xmlns:a16="http://schemas.microsoft.com/office/drawing/2014/main" id="{6DCC89EF-B808-9FA9-2677-C1D7328C8C8C}"/>
              </a:ext>
            </a:extLst>
          </p:cNvPr>
          <p:cNvSpPr txBox="1"/>
          <p:nvPr/>
        </p:nvSpPr>
        <p:spPr>
          <a:xfrm>
            <a:off x="6978739" y="2490804"/>
            <a:ext cx="742099" cy="400110"/>
          </a:xfrm>
          <a:prstGeom prst="rect">
            <a:avLst/>
          </a:prstGeom>
          <a:ln>
            <a:solidFill>
              <a:srgbClr val="7030A0"/>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fr-FR" sz="1000" b="1" dirty="0"/>
              <a:t>Bonnes pratiques</a:t>
            </a:r>
          </a:p>
        </p:txBody>
      </p:sp>
      <p:cxnSp>
        <p:nvCxnSpPr>
          <p:cNvPr id="105" name="Connecteur droit avec flèche 26">
            <a:extLst>
              <a:ext uri="{FF2B5EF4-FFF2-40B4-BE49-F238E27FC236}">
                <a16:creationId xmlns:a16="http://schemas.microsoft.com/office/drawing/2014/main" id="{49310820-0D79-6164-A456-1F8A7F1285E6}"/>
              </a:ext>
            </a:extLst>
          </p:cNvPr>
          <p:cNvCxnSpPr>
            <a:cxnSpLocks/>
            <a:stCxn id="104" idx="3"/>
            <a:endCxn id="29" idx="1"/>
          </p:cNvCxnSpPr>
          <p:nvPr/>
        </p:nvCxnSpPr>
        <p:spPr>
          <a:xfrm>
            <a:off x="7720838" y="2690859"/>
            <a:ext cx="1711552" cy="442338"/>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06" name="Connecteur droit avec flèche 26">
            <a:extLst>
              <a:ext uri="{FF2B5EF4-FFF2-40B4-BE49-F238E27FC236}">
                <a16:creationId xmlns:a16="http://schemas.microsoft.com/office/drawing/2014/main" id="{ACEB0856-B54A-9003-F1B0-09962B5F4B1D}"/>
              </a:ext>
            </a:extLst>
          </p:cNvPr>
          <p:cNvCxnSpPr>
            <a:cxnSpLocks/>
            <a:stCxn id="104" idx="1"/>
            <a:endCxn id="77" idx="2"/>
          </p:cNvCxnSpPr>
          <p:nvPr/>
        </p:nvCxnSpPr>
        <p:spPr>
          <a:xfrm flipH="1" flipV="1">
            <a:off x="6394201" y="2276651"/>
            <a:ext cx="584538" cy="414208"/>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07" name="Connecteur droit avec flèche 26">
            <a:extLst>
              <a:ext uri="{FF2B5EF4-FFF2-40B4-BE49-F238E27FC236}">
                <a16:creationId xmlns:a16="http://schemas.microsoft.com/office/drawing/2014/main" id="{4EBBABD3-FB88-7688-5CB4-86A87391144C}"/>
              </a:ext>
            </a:extLst>
          </p:cNvPr>
          <p:cNvCxnSpPr>
            <a:cxnSpLocks/>
            <a:stCxn id="104" idx="1"/>
            <a:endCxn id="78" idx="3"/>
          </p:cNvCxnSpPr>
          <p:nvPr/>
        </p:nvCxnSpPr>
        <p:spPr>
          <a:xfrm flipH="1">
            <a:off x="5112728" y="2690859"/>
            <a:ext cx="1866011" cy="154444"/>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08" name="Connecteur droit avec flèche 26">
            <a:extLst>
              <a:ext uri="{FF2B5EF4-FFF2-40B4-BE49-F238E27FC236}">
                <a16:creationId xmlns:a16="http://schemas.microsoft.com/office/drawing/2014/main" id="{62EB9F19-C7F7-5E8C-1928-A47E035D6954}"/>
              </a:ext>
            </a:extLst>
          </p:cNvPr>
          <p:cNvCxnSpPr>
            <a:cxnSpLocks/>
            <a:stCxn id="104" idx="3"/>
            <a:endCxn id="95" idx="1"/>
          </p:cNvCxnSpPr>
          <p:nvPr/>
        </p:nvCxnSpPr>
        <p:spPr>
          <a:xfrm flipV="1">
            <a:off x="7720838" y="2478672"/>
            <a:ext cx="2920860" cy="212187"/>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09" name="Connecteur droit avec flèche 26">
            <a:extLst>
              <a:ext uri="{FF2B5EF4-FFF2-40B4-BE49-F238E27FC236}">
                <a16:creationId xmlns:a16="http://schemas.microsoft.com/office/drawing/2014/main" id="{103ACB49-5781-35FE-5BB1-6D8334E4067F}"/>
              </a:ext>
            </a:extLst>
          </p:cNvPr>
          <p:cNvCxnSpPr>
            <a:cxnSpLocks/>
            <a:stCxn id="104" idx="3"/>
            <a:endCxn id="96" idx="1"/>
          </p:cNvCxnSpPr>
          <p:nvPr/>
        </p:nvCxnSpPr>
        <p:spPr>
          <a:xfrm>
            <a:off x="7720838" y="2690859"/>
            <a:ext cx="2920860" cy="441357"/>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10" name="Connecteur droit avec flèche 26">
            <a:extLst>
              <a:ext uri="{FF2B5EF4-FFF2-40B4-BE49-F238E27FC236}">
                <a16:creationId xmlns:a16="http://schemas.microsoft.com/office/drawing/2014/main" id="{B16392AD-4D10-CDF6-3F2C-F3C843FD5998}"/>
              </a:ext>
            </a:extLst>
          </p:cNvPr>
          <p:cNvCxnSpPr>
            <a:cxnSpLocks/>
            <a:stCxn id="104" idx="3"/>
            <a:endCxn id="94" idx="1"/>
          </p:cNvCxnSpPr>
          <p:nvPr/>
        </p:nvCxnSpPr>
        <p:spPr>
          <a:xfrm flipV="1">
            <a:off x="7720838" y="1978272"/>
            <a:ext cx="2920860" cy="712587"/>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111" name="ZoneTexte 110">
            <a:extLst>
              <a:ext uri="{FF2B5EF4-FFF2-40B4-BE49-F238E27FC236}">
                <a16:creationId xmlns:a16="http://schemas.microsoft.com/office/drawing/2014/main" id="{D8DE2F84-CC48-6057-2592-2867DB9BD585}"/>
              </a:ext>
            </a:extLst>
          </p:cNvPr>
          <p:cNvSpPr txBox="1"/>
          <p:nvPr/>
        </p:nvSpPr>
        <p:spPr>
          <a:xfrm>
            <a:off x="4818944" y="3593005"/>
            <a:ext cx="840842" cy="400110"/>
          </a:xfrm>
          <a:prstGeom prst="rect">
            <a:avLst/>
          </a:prstGeom>
          <a:noFill/>
        </p:spPr>
        <p:txBody>
          <a:bodyPr wrap="square" rtlCol="0">
            <a:spAutoFit/>
          </a:bodyPr>
          <a:lstStyle/>
          <a:p>
            <a:pPr algn="ctr"/>
            <a:r>
              <a:rPr lang="fr-FR" sz="1000" dirty="0"/>
              <a:t>EBIOS </a:t>
            </a:r>
            <a:r>
              <a:rPr lang="fr-FR" sz="1000" i="1" dirty="0"/>
              <a:t>Risk Manager</a:t>
            </a:r>
          </a:p>
        </p:txBody>
      </p:sp>
      <p:sp>
        <p:nvSpPr>
          <p:cNvPr id="112" name="ZoneTexte 111">
            <a:extLst>
              <a:ext uri="{FF2B5EF4-FFF2-40B4-BE49-F238E27FC236}">
                <a16:creationId xmlns:a16="http://schemas.microsoft.com/office/drawing/2014/main" id="{90B4A82A-75A9-5E83-8254-0F077E3C38C8}"/>
              </a:ext>
            </a:extLst>
          </p:cNvPr>
          <p:cNvSpPr txBox="1"/>
          <p:nvPr/>
        </p:nvSpPr>
        <p:spPr>
          <a:xfrm>
            <a:off x="4699365" y="5995767"/>
            <a:ext cx="1080000" cy="246221"/>
          </a:xfrm>
          <a:prstGeom prst="rect">
            <a:avLst/>
          </a:prstGeom>
          <a:noFill/>
        </p:spPr>
        <p:txBody>
          <a:bodyPr wrap="square" rtlCol="0">
            <a:spAutoFit/>
          </a:bodyPr>
          <a:lstStyle/>
          <a:p>
            <a:pPr algn="ctr"/>
            <a:r>
              <a:rPr lang="fr-FR" sz="1000" dirty="0"/>
              <a:t>RGS</a:t>
            </a:r>
          </a:p>
        </p:txBody>
      </p:sp>
      <p:cxnSp>
        <p:nvCxnSpPr>
          <p:cNvPr id="113" name="Connecteur droit avec flèche 26">
            <a:extLst>
              <a:ext uri="{FF2B5EF4-FFF2-40B4-BE49-F238E27FC236}">
                <a16:creationId xmlns:a16="http://schemas.microsoft.com/office/drawing/2014/main" id="{B1129339-BAC9-991F-3573-2194C6155E15}"/>
              </a:ext>
            </a:extLst>
          </p:cNvPr>
          <p:cNvCxnSpPr>
            <a:cxnSpLocks/>
            <a:stCxn id="112" idx="0"/>
            <a:endCxn id="114" idx="2"/>
          </p:cNvCxnSpPr>
          <p:nvPr/>
        </p:nvCxnSpPr>
        <p:spPr>
          <a:xfrm flipV="1">
            <a:off x="5239365" y="5022618"/>
            <a:ext cx="0" cy="973149"/>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114" name="ZoneTexte 113">
            <a:extLst>
              <a:ext uri="{FF2B5EF4-FFF2-40B4-BE49-F238E27FC236}">
                <a16:creationId xmlns:a16="http://schemas.microsoft.com/office/drawing/2014/main" id="{2A4FE1DF-B8DE-E125-F1F6-821FACA93030}"/>
              </a:ext>
            </a:extLst>
          </p:cNvPr>
          <p:cNvSpPr txBox="1"/>
          <p:nvPr/>
        </p:nvSpPr>
        <p:spPr>
          <a:xfrm>
            <a:off x="4661222" y="4622508"/>
            <a:ext cx="1156286" cy="400110"/>
          </a:xfrm>
          <a:prstGeom prst="rect">
            <a:avLst/>
          </a:prstGeom>
          <a:noFill/>
        </p:spPr>
        <p:txBody>
          <a:bodyPr wrap="square" rtlCol="0">
            <a:spAutoFit/>
          </a:bodyPr>
          <a:lstStyle/>
          <a:p>
            <a:pPr algn="ctr"/>
            <a:r>
              <a:rPr lang="fr-FR" sz="1000" dirty="0"/>
              <a:t>Guide d’homologation</a:t>
            </a:r>
            <a:endParaRPr lang="fr-FR" sz="1000" i="1" dirty="0"/>
          </a:p>
        </p:txBody>
      </p:sp>
      <p:cxnSp>
        <p:nvCxnSpPr>
          <p:cNvPr id="115" name="Connecteur droit avec flèche 26">
            <a:extLst>
              <a:ext uri="{FF2B5EF4-FFF2-40B4-BE49-F238E27FC236}">
                <a16:creationId xmlns:a16="http://schemas.microsoft.com/office/drawing/2014/main" id="{2EE44108-0822-2EDF-90F1-6E3AF43322AB}"/>
              </a:ext>
            </a:extLst>
          </p:cNvPr>
          <p:cNvCxnSpPr>
            <a:cxnSpLocks/>
            <a:stCxn id="114" idx="0"/>
            <a:endCxn id="111" idx="2"/>
          </p:cNvCxnSpPr>
          <p:nvPr/>
        </p:nvCxnSpPr>
        <p:spPr>
          <a:xfrm flipV="1">
            <a:off x="5239365" y="3993115"/>
            <a:ext cx="0" cy="629393"/>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116" name="ZoneTexte 115">
            <a:extLst>
              <a:ext uri="{FF2B5EF4-FFF2-40B4-BE49-F238E27FC236}">
                <a16:creationId xmlns:a16="http://schemas.microsoft.com/office/drawing/2014/main" id="{175616C8-1043-6D4B-575A-133BD83D0E43}"/>
              </a:ext>
            </a:extLst>
          </p:cNvPr>
          <p:cNvSpPr txBox="1"/>
          <p:nvPr/>
        </p:nvSpPr>
        <p:spPr>
          <a:xfrm>
            <a:off x="4661781" y="2179983"/>
            <a:ext cx="1157576" cy="246221"/>
          </a:xfrm>
          <a:prstGeom prst="rect">
            <a:avLst/>
          </a:prstGeom>
          <a:noFill/>
        </p:spPr>
        <p:txBody>
          <a:bodyPr wrap="square" rtlCol="0">
            <a:spAutoFit/>
          </a:bodyPr>
          <a:lstStyle/>
          <a:p>
            <a:pPr algn="ctr"/>
            <a:r>
              <a:rPr lang="fr-FR" sz="1000" dirty="0"/>
              <a:t>Guide d’hygiène</a:t>
            </a:r>
          </a:p>
        </p:txBody>
      </p:sp>
      <p:cxnSp>
        <p:nvCxnSpPr>
          <p:cNvPr id="117" name="Connecteur droit avec flèche 26">
            <a:extLst>
              <a:ext uri="{FF2B5EF4-FFF2-40B4-BE49-F238E27FC236}">
                <a16:creationId xmlns:a16="http://schemas.microsoft.com/office/drawing/2014/main" id="{ED997EFE-13A4-C086-6E78-95E4DB4BC096}"/>
              </a:ext>
            </a:extLst>
          </p:cNvPr>
          <p:cNvCxnSpPr>
            <a:cxnSpLocks/>
            <a:stCxn id="41" idx="0"/>
            <a:endCxn id="111" idx="1"/>
          </p:cNvCxnSpPr>
          <p:nvPr/>
        </p:nvCxnSpPr>
        <p:spPr>
          <a:xfrm flipV="1">
            <a:off x="4334458" y="3793060"/>
            <a:ext cx="484486" cy="141260"/>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18" name="Connecteur droit avec flèche 26">
            <a:extLst>
              <a:ext uri="{FF2B5EF4-FFF2-40B4-BE49-F238E27FC236}">
                <a16:creationId xmlns:a16="http://schemas.microsoft.com/office/drawing/2014/main" id="{328F91C3-3455-2E63-0CF0-7674ADE0B21D}"/>
              </a:ext>
            </a:extLst>
          </p:cNvPr>
          <p:cNvCxnSpPr>
            <a:cxnSpLocks/>
            <a:stCxn id="75" idx="3"/>
            <a:endCxn id="111" idx="1"/>
          </p:cNvCxnSpPr>
          <p:nvPr/>
        </p:nvCxnSpPr>
        <p:spPr>
          <a:xfrm>
            <a:off x="3623288" y="3792013"/>
            <a:ext cx="1195656" cy="1047"/>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19" name="Connecteur droit avec flèche 26">
            <a:extLst>
              <a:ext uri="{FF2B5EF4-FFF2-40B4-BE49-F238E27FC236}">
                <a16:creationId xmlns:a16="http://schemas.microsoft.com/office/drawing/2014/main" id="{14F4FFA8-BFC4-3FCA-8D40-194384BB4E47}"/>
              </a:ext>
            </a:extLst>
          </p:cNvPr>
          <p:cNvCxnSpPr>
            <a:cxnSpLocks/>
            <a:stCxn id="111" idx="0"/>
            <a:endCxn id="116" idx="2"/>
          </p:cNvCxnSpPr>
          <p:nvPr/>
        </p:nvCxnSpPr>
        <p:spPr>
          <a:xfrm flipV="1">
            <a:off x="5239365" y="2426204"/>
            <a:ext cx="1204" cy="1166801"/>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8" name="ZoneTexte 7">
            <a:extLst>
              <a:ext uri="{FF2B5EF4-FFF2-40B4-BE49-F238E27FC236}">
                <a16:creationId xmlns:a16="http://schemas.microsoft.com/office/drawing/2014/main" id="{FDCBA5CF-9135-8AFB-FFA5-E53FDFEAA0EA}"/>
              </a:ext>
            </a:extLst>
          </p:cNvPr>
          <p:cNvSpPr txBox="1"/>
          <p:nvPr/>
        </p:nvSpPr>
        <p:spPr>
          <a:xfrm>
            <a:off x="9592171" y="4531382"/>
            <a:ext cx="749604" cy="553998"/>
          </a:xfrm>
          <a:prstGeom prst="rect">
            <a:avLst/>
          </a:prstGeom>
          <a:noFill/>
        </p:spPr>
        <p:txBody>
          <a:bodyPr wrap="square" rtlCol="0">
            <a:spAutoFit/>
          </a:bodyPr>
          <a:lstStyle/>
          <a:p>
            <a:pPr algn="ctr"/>
            <a:r>
              <a:rPr lang="fr-FR" sz="1000" dirty="0"/>
              <a:t>Lignes directrices AIPD</a:t>
            </a:r>
          </a:p>
        </p:txBody>
      </p:sp>
      <p:cxnSp>
        <p:nvCxnSpPr>
          <p:cNvPr id="18" name="Connecteur droit avec flèche 26">
            <a:extLst>
              <a:ext uri="{FF2B5EF4-FFF2-40B4-BE49-F238E27FC236}">
                <a16:creationId xmlns:a16="http://schemas.microsoft.com/office/drawing/2014/main" id="{204CB463-DCD9-13BC-4C9C-0F0F379553E9}"/>
              </a:ext>
            </a:extLst>
          </p:cNvPr>
          <p:cNvCxnSpPr>
            <a:cxnSpLocks/>
            <a:stCxn id="8" idx="0"/>
            <a:endCxn id="32" idx="2"/>
          </p:cNvCxnSpPr>
          <p:nvPr/>
        </p:nvCxnSpPr>
        <p:spPr>
          <a:xfrm flipV="1">
            <a:off x="9966973" y="4207908"/>
            <a:ext cx="5335" cy="323474"/>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pic>
        <p:nvPicPr>
          <p:cNvPr id="10" name="Graphique 9" descr="Arbre à feuilles caduques contour">
            <a:extLst>
              <a:ext uri="{FF2B5EF4-FFF2-40B4-BE49-F238E27FC236}">
                <a16:creationId xmlns:a16="http://schemas.microsoft.com/office/drawing/2014/main" id="{9D7B2FD0-E64D-6FD2-E845-B0F68A3FC51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79081" y="1034473"/>
            <a:ext cx="4787500" cy="5540115"/>
          </a:xfrm>
          <a:prstGeom prst="rect">
            <a:avLst/>
          </a:prstGeom>
        </p:spPr>
      </p:pic>
      <p:sp>
        <p:nvSpPr>
          <p:cNvPr id="2" name="ZoneTexte 1">
            <a:extLst>
              <a:ext uri="{FF2B5EF4-FFF2-40B4-BE49-F238E27FC236}">
                <a16:creationId xmlns:a16="http://schemas.microsoft.com/office/drawing/2014/main" id="{42FE7A9C-B52E-31D3-CAF9-85796FC2BE83}"/>
              </a:ext>
            </a:extLst>
          </p:cNvPr>
          <p:cNvSpPr txBox="1"/>
          <p:nvPr/>
        </p:nvSpPr>
        <p:spPr>
          <a:xfrm>
            <a:off x="11173966" y="5887835"/>
            <a:ext cx="576740" cy="246221"/>
          </a:xfrm>
          <a:prstGeom prst="rect">
            <a:avLst/>
          </a:prstGeom>
          <a:noFill/>
        </p:spPr>
        <p:txBody>
          <a:bodyPr wrap="square" rtlCol="0">
            <a:spAutoFit/>
          </a:bodyPr>
          <a:lstStyle/>
          <a:p>
            <a:pPr algn="ctr"/>
            <a:r>
              <a:rPr lang="fr-FR" sz="1000" dirty="0"/>
              <a:t>RGESN</a:t>
            </a:r>
          </a:p>
        </p:txBody>
      </p:sp>
      <p:cxnSp>
        <p:nvCxnSpPr>
          <p:cNvPr id="4" name="Connecteur droit avec flèche 26">
            <a:extLst>
              <a:ext uri="{FF2B5EF4-FFF2-40B4-BE49-F238E27FC236}">
                <a16:creationId xmlns:a16="http://schemas.microsoft.com/office/drawing/2014/main" id="{3A8D5FAD-00C0-5940-39CB-106A863E0B3B}"/>
              </a:ext>
            </a:extLst>
          </p:cNvPr>
          <p:cNvCxnSpPr>
            <a:cxnSpLocks/>
            <a:stCxn id="2" idx="0"/>
            <a:endCxn id="126" idx="2"/>
          </p:cNvCxnSpPr>
          <p:nvPr/>
        </p:nvCxnSpPr>
        <p:spPr>
          <a:xfrm flipH="1" flipV="1">
            <a:off x="11461628" y="5436938"/>
            <a:ext cx="708" cy="450897"/>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23" name="Connecteur droit avec flèche 26">
            <a:extLst>
              <a:ext uri="{FF2B5EF4-FFF2-40B4-BE49-F238E27FC236}">
                <a16:creationId xmlns:a16="http://schemas.microsoft.com/office/drawing/2014/main" id="{C32B2D85-D7D5-AC25-8D55-A06D137314A3}"/>
              </a:ext>
            </a:extLst>
          </p:cNvPr>
          <p:cNvCxnSpPr>
            <a:cxnSpLocks/>
            <a:stCxn id="91" idx="0"/>
            <a:endCxn id="96" idx="2"/>
          </p:cNvCxnSpPr>
          <p:nvPr/>
        </p:nvCxnSpPr>
        <p:spPr>
          <a:xfrm flipV="1">
            <a:off x="10981395" y="3409215"/>
            <a:ext cx="206376" cy="541733"/>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126" name="ZoneTexte 125">
            <a:extLst>
              <a:ext uri="{FF2B5EF4-FFF2-40B4-BE49-F238E27FC236}">
                <a16:creationId xmlns:a16="http://schemas.microsoft.com/office/drawing/2014/main" id="{1F3B30B1-CC30-0AB7-88AD-0186BE04C2D3}"/>
              </a:ext>
            </a:extLst>
          </p:cNvPr>
          <p:cNvSpPr txBox="1"/>
          <p:nvPr/>
        </p:nvSpPr>
        <p:spPr>
          <a:xfrm>
            <a:off x="11204511" y="5190717"/>
            <a:ext cx="514234" cy="246221"/>
          </a:xfrm>
          <a:prstGeom prst="rect">
            <a:avLst/>
          </a:prstGeom>
          <a:noFill/>
        </p:spPr>
        <p:txBody>
          <a:bodyPr wrap="square" rtlCol="0">
            <a:spAutoFit/>
          </a:bodyPr>
          <a:lstStyle/>
          <a:p>
            <a:pPr algn="ctr"/>
            <a:r>
              <a:rPr lang="fr-FR" sz="1000" dirty="0"/>
              <a:t>RGIAF</a:t>
            </a:r>
          </a:p>
        </p:txBody>
      </p:sp>
      <p:cxnSp>
        <p:nvCxnSpPr>
          <p:cNvPr id="133" name="Connecteur droit avec flèche 26">
            <a:extLst>
              <a:ext uri="{FF2B5EF4-FFF2-40B4-BE49-F238E27FC236}">
                <a16:creationId xmlns:a16="http://schemas.microsoft.com/office/drawing/2014/main" id="{8F6931D4-134F-08EE-02E9-6644A4ADF78E}"/>
              </a:ext>
            </a:extLst>
          </p:cNvPr>
          <p:cNvCxnSpPr>
            <a:cxnSpLocks/>
            <a:stCxn id="96" idx="2"/>
            <a:endCxn id="126" idx="0"/>
          </p:cNvCxnSpPr>
          <p:nvPr/>
        </p:nvCxnSpPr>
        <p:spPr>
          <a:xfrm>
            <a:off x="11187771" y="3409215"/>
            <a:ext cx="273857" cy="1781502"/>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21337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wipe(up)">
                                      <p:cBhvr>
                                        <p:cTn id="7" dur="500"/>
                                        <p:tgtEl>
                                          <p:spTgt spid="7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75"/>
                                        </p:tgtEl>
                                        <p:attrNameLst>
                                          <p:attrName>style.visibility</p:attrName>
                                        </p:attrNameLst>
                                      </p:cBhvr>
                                      <p:to>
                                        <p:strVal val="visible"/>
                                      </p:to>
                                    </p:set>
                                    <p:animEffect transition="in" filter="wipe(up)">
                                      <p:cBhvr>
                                        <p:cTn id="10" dur="500"/>
                                        <p:tgtEl>
                                          <p:spTgt spid="75"/>
                                        </p:tgtEl>
                                      </p:cBhvr>
                                    </p:animEffect>
                                  </p:childTnLst>
                                </p:cTn>
                              </p:par>
                              <p:par>
                                <p:cTn id="11" presetID="22" presetClass="entr" presetSubtype="1" fill="hold" nodeType="withEffect">
                                  <p:stCondLst>
                                    <p:cond delay="0"/>
                                  </p:stCondLst>
                                  <p:childTnLst>
                                    <p:set>
                                      <p:cBhvr>
                                        <p:cTn id="12" dur="1" fill="hold">
                                          <p:stCondLst>
                                            <p:cond delay="0"/>
                                          </p:stCondLst>
                                        </p:cTn>
                                        <p:tgtEl>
                                          <p:spTgt spid="76"/>
                                        </p:tgtEl>
                                        <p:attrNameLst>
                                          <p:attrName>style.visibility</p:attrName>
                                        </p:attrNameLst>
                                      </p:cBhvr>
                                      <p:to>
                                        <p:strVal val="visible"/>
                                      </p:to>
                                    </p:set>
                                    <p:animEffect transition="in" filter="wipe(up)">
                                      <p:cBhvr>
                                        <p:cTn id="13" dur="500"/>
                                        <p:tgtEl>
                                          <p:spTgt spid="76"/>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72"/>
                                        </p:tgtEl>
                                        <p:attrNameLst>
                                          <p:attrName>style.visibility</p:attrName>
                                        </p:attrNameLst>
                                      </p:cBhvr>
                                      <p:to>
                                        <p:strVal val="visible"/>
                                      </p:to>
                                    </p:set>
                                    <p:animEffect transition="in" filter="wipe(up)">
                                      <p:cBhvr>
                                        <p:cTn id="16" dur="500"/>
                                        <p:tgtEl>
                                          <p:spTgt spid="72"/>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74"/>
                                        </p:tgtEl>
                                        <p:attrNameLst>
                                          <p:attrName>style.visibility</p:attrName>
                                        </p:attrNameLst>
                                      </p:cBhvr>
                                      <p:to>
                                        <p:strVal val="visible"/>
                                      </p:to>
                                    </p:set>
                                    <p:animEffect transition="in" filter="wipe(up)">
                                      <p:cBhvr>
                                        <p:cTn id="19" dur="500"/>
                                        <p:tgtEl>
                                          <p:spTgt spid="7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wipe(up)">
                                      <p:cBhvr>
                                        <p:cTn id="24" dur="500"/>
                                        <p:tgtEl>
                                          <p:spTgt spid="22"/>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500"/>
                                        <p:tgtEl>
                                          <p:spTgt spid="14"/>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40"/>
                                        </p:tgtEl>
                                        <p:attrNameLst>
                                          <p:attrName>style.visibility</p:attrName>
                                        </p:attrNameLst>
                                      </p:cBhvr>
                                      <p:to>
                                        <p:strVal val="visible"/>
                                      </p:to>
                                    </p:set>
                                    <p:animEffect transition="in" filter="wipe(up)">
                                      <p:cBhvr>
                                        <p:cTn id="30" dur="500"/>
                                        <p:tgtEl>
                                          <p:spTgt spid="40"/>
                                        </p:tgtEl>
                                      </p:cBhvr>
                                    </p:animEffect>
                                  </p:childTnLst>
                                </p:cTn>
                              </p:par>
                              <p:par>
                                <p:cTn id="31" presetID="22" presetClass="entr" presetSubtype="1" fill="hold" nodeType="withEffect">
                                  <p:stCondLst>
                                    <p:cond delay="0"/>
                                  </p:stCondLst>
                                  <p:childTnLst>
                                    <p:set>
                                      <p:cBhvr>
                                        <p:cTn id="32" dur="1" fill="hold">
                                          <p:stCondLst>
                                            <p:cond delay="0"/>
                                          </p:stCondLst>
                                        </p:cTn>
                                        <p:tgtEl>
                                          <p:spTgt spid="44"/>
                                        </p:tgtEl>
                                        <p:attrNameLst>
                                          <p:attrName>style.visibility</p:attrName>
                                        </p:attrNameLst>
                                      </p:cBhvr>
                                      <p:to>
                                        <p:strVal val="visible"/>
                                      </p:to>
                                    </p:set>
                                    <p:animEffect transition="in" filter="wipe(up)">
                                      <p:cBhvr>
                                        <p:cTn id="33" dur="500"/>
                                        <p:tgtEl>
                                          <p:spTgt spid="44"/>
                                        </p:tgtEl>
                                      </p:cBhvr>
                                    </p:animEffect>
                                  </p:childTnLst>
                                </p:cTn>
                              </p:par>
                              <p:par>
                                <p:cTn id="34" presetID="22" presetClass="entr" presetSubtype="1" fill="hold" nodeType="with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wipe(up)">
                                      <p:cBhvr>
                                        <p:cTn id="36" dur="500"/>
                                        <p:tgtEl>
                                          <p:spTgt spid="43"/>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wipe(up)">
                                      <p:cBhvr>
                                        <p:cTn id="39" dur="500"/>
                                        <p:tgtEl>
                                          <p:spTgt spid="41"/>
                                        </p:tgtEl>
                                      </p:cBhvr>
                                    </p:animEffect>
                                  </p:childTnLst>
                                </p:cTn>
                              </p:par>
                              <p:par>
                                <p:cTn id="40" presetID="22" presetClass="entr" presetSubtype="1" fill="hold"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wipe(up)">
                                      <p:cBhvr>
                                        <p:cTn id="42" dur="500"/>
                                        <p:tgtEl>
                                          <p:spTgt spid="42"/>
                                        </p:tgtEl>
                                      </p:cBhvr>
                                    </p:animEffect>
                                  </p:childTnLst>
                                </p:cTn>
                              </p:par>
                              <p:par>
                                <p:cTn id="43" presetID="22" presetClass="entr" presetSubtype="1" fill="hold" nodeType="withEffect">
                                  <p:stCondLst>
                                    <p:cond delay="0"/>
                                  </p:stCondLst>
                                  <p:childTnLst>
                                    <p:set>
                                      <p:cBhvr>
                                        <p:cTn id="44" dur="1" fill="hold">
                                          <p:stCondLst>
                                            <p:cond delay="0"/>
                                          </p:stCondLst>
                                        </p:cTn>
                                        <p:tgtEl>
                                          <p:spTgt spid="46"/>
                                        </p:tgtEl>
                                        <p:attrNameLst>
                                          <p:attrName>style.visibility</p:attrName>
                                        </p:attrNameLst>
                                      </p:cBhvr>
                                      <p:to>
                                        <p:strVal val="visible"/>
                                      </p:to>
                                    </p:set>
                                    <p:animEffect transition="in" filter="wipe(up)">
                                      <p:cBhvr>
                                        <p:cTn id="45" dur="500"/>
                                        <p:tgtEl>
                                          <p:spTgt spid="46"/>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45"/>
                                        </p:tgtEl>
                                        <p:attrNameLst>
                                          <p:attrName>style.visibility</p:attrName>
                                        </p:attrNameLst>
                                      </p:cBhvr>
                                      <p:to>
                                        <p:strVal val="visible"/>
                                      </p:to>
                                    </p:set>
                                    <p:animEffect transition="in" filter="wipe(up)">
                                      <p:cBhvr>
                                        <p:cTn id="48" dur="500"/>
                                        <p:tgtEl>
                                          <p:spTgt spid="4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112"/>
                                        </p:tgtEl>
                                        <p:attrNameLst>
                                          <p:attrName>style.visibility</p:attrName>
                                        </p:attrNameLst>
                                      </p:cBhvr>
                                      <p:to>
                                        <p:strVal val="visible"/>
                                      </p:to>
                                    </p:set>
                                    <p:animEffect transition="in" filter="wipe(up)">
                                      <p:cBhvr>
                                        <p:cTn id="53" dur="500"/>
                                        <p:tgtEl>
                                          <p:spTgt spid="112"/>
                                        </p:tgtEl>
                                      </p:cBhvr>
                                    </p:animEffect>
                                  </p:childTnLst>
                                </p:cTn>
                              </p:par>
                              <p:par>
                                <p:cTn id="54" presetID="22" presetClass="entr" presetSubtype="1" fill="hold" nodeType="withEffect">
                                  <p:stCondLst>
                                    <p:cond delay="0"/>
                                  </p:stCondLst>
                                  <p:childTnLst>
                                    <p:set>
                                      <p:cBhvr>
                                        <p:cTn id="55" dur="1" fill="hold">
                                          <p:stCondLst>
                                            <p:cond delay="0"/>
                                          </p:stCondLst>
                                        </p:cTn>
                                        <p:tgtEl>
                                          <p:spTgt spid="113"/>
                                        </p:tgtEl>
                                        <p:attrNameLst>
                                          <p:attrName>style.visibility</p:attrName>
                                        </p:attrNameLst>
                                      </p:cBhvr>
                                      <p:to>
                                        <p:strVal val="visible"/>
                                      </p:to>
                                    </p:set>
                                    <p:animEffect transition="in" filter="wipe(up)">
                                      <p:cBhvr>
                                        <p:cTn id="56" dur="500"/>
                                        <p:tgtEl>
                                          <p:spTgt spid="113"/>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114"/>
                                        </p:tgtEl>
                                        <p:attrNameLst>
                                          <p:attrName>style.visibility</p:attrName>
                                        </p:attrNameLst>
                                      </p:cBhvr>
                                      <p:to>
                                        <p:strVal val="visible"/>
                                      </p:to>
                                    </p:set>
                                    <p:animEffect transition="in" filter="wipe(up)">
                                      <p:cBhvr>
                                        <p:cTn id="59" dur="500"/>
                                        <p:tgtEl>
                                          <p:spTgt spid="114"/>
                                        </p:tgtEl>
                                      </p:cBhvr>
                                    </p:animEffect>
                                  </p:childTnLst>
                                </p:cTn>
                              </p:par>
                              <p:par>
                                <p:cTn id="60" presetID="22" presetClass="entr" presetSubtype="1" fill="hold" nodeType="withEffect">
                                  <p:stCondLst>
                                    <p:cond delay="0"/>
                                  </p:stCondLst>
                                  <p:childTnLst>
                                    <p:set>
                                      <p:cBhvr>
                                        <p:cTn id="61" dur="1" fill="hold">
                                          <p:stCondLst>
                                            <p:cond delay="0"/>
                                          </p:stCondLst>
                                        </p:cTn>
                                        <p:tgtEl>
                                          <p:spTgt spid="115"/>
                                        </p:tgtEl>
                                        <p:attrNameLst>
                                          <p:attrName>style.visibility</p:attrName>
                                        </p:attrNameLst>
                                      </p:cBhvr>
                                      <p:to>
                                        <p:strVal val="visible"/>
                                      </p:to>
                                    </p:set>
                                    <p:animEffect transition="in" filter="wipe(up)">
                                      <p:cBhvr>
                                        <p:cTn id="62" dur="500"/>
                                        <p:tgtEl>
                                          <p:spTgt spid="115"/>
                                        </p:tgtEl>
                                      </p:cBhvr>
                                    </p:animEffect>
                                  </p:childTnLst>
                                </p:cTn>
                              </p:par>
                              <p:par>
                                <p:cTn id="63" presetID="22" presetClass="entr" presetSubtype="1" fill="hold" grpId="0" nodeType="withEffect">
                                  <p:stCondLst>
                                    <p:cond delay="0"/>
                                  </p:stCondLst>
                                  <p:childTnLst>
                                    <p:set>
                                      <p:cBhvr>
                                        <p:cTn id="64" dur="1" fill="hold">
                                          <p:stCondLst>
                                            <p:cond delay="0"/>
                                          </p:stCondLst>
                                        </p:cTn>
                                        <p:tgtEl>
                                          <p:spTgt spid="111"/>
                                        </p:tgtEl>
                                        <p:attrNameLst>
                                          <p:attrName>style.visibility</p:attrName>
                                        </p:attrNameLst>
                                      </p:cBhvr>
                                      <p:to>
                                        <p:strVal val="visible"/>
                                      </p:to>
                                    </p:set>
                                    <p:animEffect transition="in" filter="wipe(up)">
                                      <p:cBhvr>
                                        <p:cTn id="65" dur="500"/>
                                        <p:tgtEl>
                                          <p:spTgt spid="111"/>
                                        </p:tgtEl>
                                      </p:cBhvr>
                                    </p:animEffect>
                                  </p:childTnLst>
                                </p:cTn>
                              </p:par>
                              <p:par>
                                <p:cTn id="66" presetID="22" presetClass="entr" presetSubtype="1" fill="hold" nodeType="withEffect">
                                  <p:stCondLst>
                                    <p:cond delay="0"/>
                                  </p:stCondLst>
                                  <p:childTnLst>
                                    <p:set>
                                      <p:cBhvr>
                                        <p:cTn id="67" dur="1" fill="hold">
                                          <p:stCondLst>
                                            <p:cond delay="0"/>
                                          </p:stCondLst>
                                        </p:cTn>
                                        <p:tgtEl>
                                          <p:spTgt spid="118"/>
                                        </p:tgtEl>
                                        <p:attrNameLst>
                                          <p:attrName>style.visibility</p:attrName>
                                        </p:attrNameLst>
                                      </p:cBhvr>
                                      <p:to>
                                        <p:strVal val="visible"/>
                                      </p:to>
                                    </p:set>
                                    <p:animEffect transition="in" filter="wipe(up)">
                                      <p:cBhvr>
                                        <p:cTn id="68" dur="500"/>
                                        <p:tgtEl>
                                          <p:spTgt spid="118"/>
                                        </p:tgtEl>
                                      </p:cBhvr>
                                    </p:animEffect>
                                  </p:childTnLst>
                                </p:cTn>
                              </p:par>
                              <p:par>
                                <p:cTn id="69" presetID="22" presetClass="entr" presetSubtype="1" fill="hold" nodeType="withEffect">
                                  <p:stCondLst>
                                    <p:cond delay="0"/>
                                  </p:stCondLst>
                                  <p:childTnLst>
                                    <p:set>
                                      <p:cBhvr>
                                        <p:cTn id="70" dur="1" fill="hold">
                                          <p:stCondLst>
                                            <p:cond delay="0"/>
                                          </p:stCondLst>
                                        </p:cTn>
                                        <p:tgtEl>
                                          <p:spTgt spid="117"/>
                                        </p:tgtEl>
                                        <p:attrNameLst>
                                          <p:attrName>style.visibility</p:attrName>
                                        </p:attrNameLst>
                                      </p:cBhvr>
                                      <p:to>
                                        <p:strVal val="visible"/>
                                      </p:to>
                                    </p:set>
                                    <p:animEffect transition="in" filter="wipe(up)">
                                      <p:cBhvr>
                                        <p:cTn id="71" dur="500"/>
                                        <p:tgtEl>
                                          <p:spTgt spid="117"/>
                                        </p:tgtEl>
                                      </p:cBhvr>
                                    </p:animEffect>
                                  </p:childTnLst>
                                </p:cTn>
                              </p:par>
                              <p:par>
                                <p:cTn id="72" presetID="22" presetClass="entr" presetSubtype="1" fill="hold" nodeType="withEffect">
                                  <p:stCondLst>
                                    <p:cond delay="0"/>
                                  </p:stCondLst>
                                  <p:childTnLst>
                                    <p:set>
                                      <p:cBhvr>
                                        <p:cTn id="73" dur="1" fill="hold">
                                          <p:stCondLst>
                                            <p:cond delay="0"/>
                                          </p:stCondLst>
                                        </p:cTn>
                                        <p:tgtEl>
                                          <p:spTgt spid="119"/>
                                        </p:tgtEl>
                                        <p:attrNameLst>
                                          <p:attrName>style.visibility</p:attrName>
                                        </p:attrNameLst>
                                      </p:cBhvr>
                                      <p:to>
                                        <p:strVal val="visible"/>
                                      </p:to>
                                    </p:set>
                                    <p:animEffect transition="in" filter="wipe(up)">
                                      <p:cBhvr>
                                        <p:cTn id="74" dur="500"/>
                                        <p:tgtEl>
                                          <p:spTgt spid="119"/>
                                        </p:tgtEl>
                                      </p:cBhvr>
                                    </p:animEffect>
                                  </p:childTnLst>
                                </p:cTn>
                              </p:par>
                              <p:par>
                                <p:cTn id="75" presetID="22" presetClass="entr" presetSubtype="1" fill="hold" grpId="0" nodeType="withEffect">
                                  <p:stCondLst>
                                    <p:cond delay="0"/>
                                  </p:stCondLst>
                                  <p:childTnLst>
                                    <p:set>
                                      <p:cBhvr>
                                        <p:cTn id="76" dur="1" fill="hold">
                                          <p:stCondLst>
                                            <p:cond delay="0"/>
                                          </p:stCondLst>
                                        </p:cTn>
                                        <p:tgtEl>
                                          <p:spTgt spid="116"/>
                                        </p:tgtEl>
                                        <p:attrNameLst>
                                          <p:attrName>style.visibility</p:attrName>
                                        </p:attrNameLst>
                                      </p:cBhvr>
                                      <p:to>
                                        <p:strVal val="visible"/>
                                      </p:to>
                                    </p:set>
                                    <p:animEffect transition="in" filter="wipe(up)">
                                      <p:cBhvr>
                                        <p:cTn id="77" dur="500"/>
                                        <p:tgtEl>
                                          <p:spTgt spid="116"/>
                                        </p:tgtEl>
                                      </p:cBhvr>
                                    </p:animEffect>
                                  </p:childTnLst>
                                </p:cTn>
                              </p:par>
                              <p:par>
                                <p:cTn id="78" presetID="22" presetClass="entr" presetSubtype="1" fill="hold" grpId="0" nodeType="withEffect">
                                  <p:stCondLst>
                                    <p:cond delay="0"/>
                                  </p:stCondLst>
                                  <p:childTnLst>
                                    <p:set>
                                      <p:cBhvr>
                                        <p:cTn id="79" dur="1" fill="hold">
                                          <p:stCondLst>
                                            <p:cond delay="0"/>
                                          </p:stCondLst>
                                        </p:cTn>
                                        <p:tgtEl>
                                          <p:spTgt spid="63"/>
                                        </p:tgtEl>
                                        <p:attrNameLst>
                                          <p:attrName>style.visibility</p:attrName>
                                        </p:attrNameLst>
                                      </p:cBhvr>
                                      <p:to>
                                        <p:strVal val="visible"/>
                                      </p:to>
                                    </p:set>
                                    <p:animEffect transition="in" filter="wipe(up)">
                                      <p:cBhvr>
                                        <p:cTn id="80" dur="500"/>
                                        <p:tgtEl>
                                          <p:spTgt spid="63"/>
                                        </p:tgtEl>
                                      </p:cBhvr>
                                    </p:animEffect>
                                  </p:childTnLst>
                                </p:cTn>
                              </p:par>
                              <p:par>
                                <p:cTn id="81" presetID="22" presetClass="entr" presetSubtype="1" fill="hold" nodeType="withEffect">
                                  <p:stCondLst>
                                    <p:cond delay="0"/>
                                  </p:stCondLst>
                                  <p:childTnLst>
                                    <p:set>
                                      <p:cBhvr>
                                        <p:cTn id="82" dur="1" fill="hold">
                                          <p:stCondLst>
                                            <p:cond delay="0"/>
                                          </p:stCondLst>
                                        </p:cTn>
                                        <p:tgtEl>
                                          <p:spTgt spid="64"/>
                                        </p:tgtEl>
                                        <p:attrNameLst>
                                          <p:attrName>style.visibility</p:attrName>
                                        </p:attrNameLst>
                                      </p:cBhvr>
                                      <p:to>
                                        <p:strVal val="visible"/>
                                      </p:to>
                                    </p:set>
                                    <p:animEffect transition="in" filter="wipe(up)">
                                      <p:cBhvr>
                                        <p:cTn id="83" dur="500"/>
                                        <p:tgtEl>
                                          <p:spTgt spid="64"/>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1" fill="hold" grpId="0" nodeType="clickEffect">
                                  <p:stCondLst>
                                    <p:cond delay="0"/>
                                  </p:stCondLst>
                                  <p:childTnLst>
                                    <p:set>
                                      <p:cBhvr>
                                        <p:cTn id="87" dur="1" fill="hold">
                                          <p:stCondLst>
                                            <p:cond delay="0"/>
                                          </p:stCondLst>
                                        </p:cTn>
                                        <p:tgtEl>
                                          <p:spTgt spid="13"/>
                                        </p:tgtEl>
                                        <p:attrNameLst>
                                          <p:attrName>style.visibility</p:attrName>
                                        </p:attrNameLst>
                                      </p:cBhvr>
                                      <p:to>
                                        <p:strVal val="visible"/>
                                      </p:to>
                                    </p:set>
                                    <p:animEffect transition="in" filter="wipe(up)">
                                      <p:cBhvr>
                                        <p:cTn id="88" dur="500"/>
                                        <p:tgtEl>
                                          <p:spTgt spid="13"/>
                                        </p:tgtEl>
                                      </p:cBhvr>
                                    </p:animEffect>
                                  </p:childTnLst>
                                </p:cTn>
                              </p:par>
                              <p:par>
                                <p:cTn id="89" presetID="22" presetClass="entr" presetSubtype="1" fill="hold" grpId="0" nodeType="withEffect">
                                  <p:stCondLst>
                                    <p:cond delay="0"/>
                                  </p:stCondLst>
                                  <p:childTnLst>
                                    <p:set>
                                      <p:cBhvr>
                                        <p:cTn id="90" dur="1" fill="hold">
                                          <p:stCondLst>
                                            <p:cond delay="0"/>
                                          </p:stCondLst>
                                        </p:cTn>
                                        <p:tgtEl>
                                          <p:spTgt spid="23"/>
                                        </p:tgtEl>
                                        <p:attrNameLst>
                                          <p:attrName>style.visibility</p:attrName>
                                        </p:attrNameLst>
                                      </p:cBhvr>
                                      <p:to>
                                        <p:strVal val="visible"/>
                                      </p:to>
                                    </p:set>
                                    <p:animEffect transition="in" filter="wipe(up)">
                                      <p:cBhvr>
                                        <p:cTn id="91" dur="500"/>
                                        <p:tgtEl>
                                          <p:spTgt spid="23"/>
                                        </p:tgtEl>
                                      </p:cBhvr>
                                    </p:animEffect>
                                  </p:childTnLst>
                                </p:cTn>
                              </p:par>
                              <p:par>
                                <p:cTn id="92" presetID="22" presetClass="entr" presetSubtype="1" fill="hold" nodeType="withEffect">
                                  <p:stCondLst>
                                    <p:cond delay="0"/>
                                  </p:stCondLst>
                                  <p:childTnLst>
                                    <p:set>
                                      <p:cBhvr>
                                        <p:cTn id="93" dur="1" fill="hold">
                                          <p:stCondLst>
                                            <p:cond delay="0"/>
                                          </p:stCondLst>
                                        </p:cTn>
                                        <p:tgtEl>
                                          <p:spTgt spid="68"/>
                                        </p:tgtEl>
                                        <p:attrNameLst>
                                          <p:attrName>style.visibility</p:attrName>
                                        </p:attrNameLst>
                                      </p:cBhvr>
                                      <p:to>
                                        <p:strVal val="visible"/>
                                      </p:to>
                                    </p:set>
                                    <p:animEffect transition="in" filter="wipe(up)">
                                      <p:cBhvr>
                                        <p:cTn id="94" dur="500"/>
                                        <p:tgtEl>
                                          <p:spTgt spid="68"/>
                                        </p:tgtEl>
                                      </p:cBhvr>
                                    </p:animEffect>
                                  </p:childTnLst>
                                </p:cTn>
                              </p:par>
                              <p:par>
                                <p:cTn id="95" presetID="22" presetClass="entr" presetSubtype="1" fill="hold" grpId="0" nodeType="withEffect">
                                  <p:stCondLst>
                                    <p:cond delay="0"/>
                                  </p:stCondLst>
                                  <p:childTnLst>
                                    <p:set>
                                      <p:cBhvr>
                                        <p:cTn id="96" dur="1" fill="hold">
                                          <p:stCondLst>
                                            <p:cond delay="0"/>
                                          </p:stCondLst>
                                        </p:cTn>
                                        <p:tgtEl>
                                          <p:spTgt spid="67"/>
                                        </p:tgtEl>
                                        <p:attrNameLst>
                                          <p:attrName>style.visibility</p:attrName>
                                        </p:attrNameLst>
                                      </p:cBhvr>
                                      <p:to>
                                        <p:strVal val="visible"/>
                                      </p:to>
                                    </p:set>
                                    <p:animEffect transition="in" filter="wipe(up)">
                                      <p:cBhvr>
                                        <p:cTn id="97" dur="500"/>
                                        <p:tgtEl>
                                          <p:spTgt spid="67"/>
                                        </p:tgtEl>
                                      </p:cBhvr>
                                    </p:animEffect>
                                  </p:childTnLst>
                                </p:cTn>
                              </p:par>
                              <p:par>
                                <p:cTn id="98" presetID="22" presetClass="entr" presetSubtype="1" fill="hold" nodeType="withEffect">
                                  <p:stCondLst>
                                    <p:cond delay="0"/>
                                  </p:stCondLst>
                                  <p:childTnLst>
                                    <p:set>
                                      <p:cBhvr>
                                        <p:cTn id="99" dur="1" fill="hold">
                                          <p:stCondLst>
                                            <p:cond delay="0"/>
                                          </p:stCondLst>
                                        </p:cTn>
                                        <p:tgtEl>
                                          <p:spTgt spid="69"/>
                                        </p:tgtEl>
                                        <p:attrNameLst>
                                          <p:attrName>style.visibility</p:attrName>
                                        </p:attrNameLst>
                                      </p:cBhvr>
                                      <p:to>
                                        <p:strVal val="visible"/>
                                      </p:to>
                                    </p:set>
                                    <p:animEffect transition="in" filter="wipe(up)">
                                      <p:cBhvr>
                                        <p:cTn id="100" dur="500"/>
                                        <p:tgtEl>
                                          <p:spTgt spid="69"/>
                                        </p:tgtEl>
                                      </p:cBhvr>
                                    </p:animEffect>
                                  </p:childTnLst>
                                </p:cTn>
                              </p:par>
                              <p:par>
                                <p:cTn id="101" presetID="22" presetClass="entr" presetSubtype="1" fill="hold" grpId="0" nodeType="withEffect">
                                  <p:stCondLst>
                                    <p:cond delay="0"/>
                                  </p:stCondLst>
                                  <p:childTnLst>
                                    <p:set>
                                      <p:cBhvr>
                                        <p:cTn id="102" dur="1" fill="hold">
                                          <p:stCondLst>
                                            <p:cond delay="0"/>
                                          </p:stCondLst>
                                        </p:cTn>
                                        <p:tgtEl>
                                          <p:spTgt spid="70"/>
                                        </p:tgtEl>
                                        <p:attrNameLst>
                                          <p:attrName>style.visibility</p:attrName>
                                        </p:attrNameLst>
                                      </p:cBhvr>
                                      <p:to>
                                        <p:strVal val="visible"/>
                                      </p:to>
                                    </p:set>
                                    <p:animEffect transition="in" filter="wipe(up)">
                                      <p:cBhvr>
                                        <p:cTn id="103" dur="500"/>
                                        <p:tgtEl>
                                          <p:spTgt spid="70"/>
                                        </p:tgtEl>
                                      </p:cBhvr>
                                    </p:animEffect>
                                  </p:childTnLst>
                                </p:cTn>
                              </p:par>
                              <p:par>
                                <p:cTn id="104" presetID="22" presetClass="entr" presetSubtype="1" fill="hold" nodeType="withEffect">
                                  <p:stCondLst>
                                    <p:cond delay="0"/>
                                  </p:stCondLst>
                                  <p:childTnLst>
                                    <p:set>
                                      <p:cBhvr>
                                        <p:cTn id="105" dur="1" fill="hold">
                                          <p:stCondLst>
                                            <p:cond delay="0"/>
                                          </p:stCondLst>
                                        </p:cTn>
                                        <p:tgtEl>
                                          <p:spTgt spid="71"/>
                                        </p:tgtEl>
                                        <p:attrNameLst>
                                          <p:attrName>style.visibility</p:attrName>
                                        </p:attrNameLst>
                                      </p:cBhvr>
                                      <p:to>
                                        <p:strVal val="visible"/>
                                      </p:to>
                                    </p:set>
                                    <p:animEffect transition="in" filter="wipe(up)">
                                      <p:cBhvr>
                                        <p:cTn id="106" dur="500"/>
                                        <p:tgtEl>
                                          <p:spTgt spid="71"/>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1" fill="hold" grpId="0" nodeType="clickEffect">
                                  <p:stCondLst>
                                    <p:cond delay="0"/>
                                  </p:stCondLst>
                                  <p:childTnLst>
                                    <p:set>
                                      <p:cBhvr>
                                        <p:cTn id="110" dur="1" fill="hold">
                                          <p:stCondLst>
                                            <p:cond delay="0"/>
                                          </p:stCondLst>
                                        </p:cTn>
                                        <p:tgtEl>
                                          <p:spTgt spid="31"/>
                                        </p:tgtEl>
                                        <p:attrNameLst>
                                          <p:attrName>style.visibility</p:attrName>
                                        </p:attrNameLst>
                                      </p:cBhvr>
                                      <p:to>
                                        <p:strVal val="visible"/>
                                      </p:to>
                                    </p:set>
                                    <p:animEffect transition="in" filter="wipe(up)">
                                      <p:cBhvr>
                                        <p:cTn id="111" dur="500"/>
                                        <p:tgtEl>
                                          <p:spTgt spid="31"/>
                                        </p:tgtEl>
                                      </p:cBhvr>
                                    </p:animEffect>
                                  </p:childTnLst>
                                </p:cTn>
                              </p:par>
                              <p:par>
                                <p:cTn id="112" presetID="22" presetClass="entr" presetSubtype="1" fill="hold" nodeType="withEffect">
                                  <p:stCondLst>
                                    <p:cond delay="0"/>
                                  </p:stCondLst>
                                  <p:childTnLst>
                                    <p:set>
                                      <p:cBhvr>
                                        <p:cTn id="113" dur="1" fill="hold">
                                          <p:stCondLst>
                                            <p:cond delay="0"/>
                                          </p:stCondLst>
                                        </p:cTn>
                                        <p:tgtEl>
                                          <p:spTgt spid="33"/>
                                        </p:tgtEl>
                                        <p:attrNameLst>
                                          <p:attrName>style.visibility</p:attrName>
                                        </p:attrNameLst>
                                      </p:cBhvr>
                                      <p:to>
                                        <p:strVal val="visible"/>
                                      </p:to>
                                    </p:set>
                                    <p:animEffect transition="in" filter="wipe(up)">
                                      <p:cBhvr>
                                        <p:cTn id="114" dur="500"/>
                                        <p:tgtEl>
                                          <p:spTgt spid="33"/>
                                        </p:tgtEl>
                                      </p:cBhvr>
                                    </p:animEffect>
                                  </p:childTnLst>
                                </p:cTn>
                              </p:par>
                              <p:par>
                                <p:cTn id="115" presetID="22" presetClass="entr" presetSubtype="1" fill="hold" grpId="0" nodeType="withEffect">
                                  <p:stCondLst>
                                    <p:cond delay="0"/>
                                  </p:stCondLst>
                                  <p:childTnLst>
                                    <p:set>
                                      <p:cBhvr>
                                        <p:cTn id="116" dur="1" fill="hold">
                                          <p:stCondLst>
                                            <p:cond delay="0"/>
                                          </p:stCondLst>
                                        </p:cTn>
                                        <p:tgtEl>
                                          <p:spTgt spid="8"/>
                                        </p:tgtEl>
                                        <p:attrNameLst>
                                          <p:attrName>style.visibility</p:attrName>
                                        </p:attrNameLst>
                                      </p:cBhvr>
                                      <p:to>
                                        <p:strVal val="visible"/>
                                      </p:to>
                                    </p:set>
                                    <p:animEffect transition="in" filter="wipe(up)">
                                      <p:cBhvr>
                                        <p:cTn id="117" dur="500"/>
                                        <p:tgtEl>
                                          <p:spTgt spid="8"/>
                                        </p:tgtEl>
                                      </p:cBhvr>
                                    </p:animEffect>
                                  </p:childTnLst>
                                </p:cTn>
                              </p:par>
                              <p:par>
                                <p:cTn id="118" presetID="22" presetClass="entr" presetSubtype="1" fill="hold" nodeType="withEffect">
                                  <p:stCondLst>
                                    <p:cond delay="0"/>
                                  </p:stCondLst>
                                  <p:childTnLst>
                                    <p:set>
                                      <p:cBhvr>
                                        <p:cTn id="119" dur="1" fill="hold">
                                          <p:stCondLst>
                                            <p:cond delay="0"/>
                                          </p:stCondLst>
                                        </p:cTn>
                                        <p:tgtEl>
                                          <p:spTgt spid="18"/>
                                        </p:tgtEl>
                                        <p:attrNameLst>
                                          <p:attrName>style.visibility</p:attrName>
                                        </p:attrNameLst>
                                      </p:cBhvr>
                                      <p:to>
                                        <p:strVal val="visible"/>
                                      </p:to>
                                    </p:set>
                                    <p:animEffect transition="in" filter="wipe(up)">
                                      <p:cBhvr>
                                        <p:cTn id="120" dur="500"/>
                                        <p:tgtEl>
                                          <p:spTgt spid="18"/>
                                        </p:tgtEl>
                                      </p:cBhvr>
                                    </p:animEffect>
                                  </p:childTnLst>
                                </p:cTn>
                              </p:par>
                              <p:par>
                                <p:cTn id="121" presetID="22" presetClass="entr" presetSubtype="1" fill="hold" grpId="0" nodeType="withEffect">
                                  <p:stCondLst>
                                    <p:cond delay="0"/>
                                  </p:stCondLst>
                                  <p:childTnLst>
                                    <p:set>
                                      <p:cBhvr>
                                        <p:cTn id="122" dur="1" fill="hold">
                                          <p:stCondLst>
                                            <p:cond delay="0"/>
                                          </p:stCondLst>
                                        </p:cTn>
                                        <p:tgtEl>
                                          <p:spTgt spid="32"/>
                                        </p:tgtEl>
                                        <p:attrNameLst>
                                          <p:attrName>style.visibility</p:attrName>
                                        </p:attrNameLst>
                                      </p:cBhvr>
                                      <p:to>
                                        <p:strVal val="visible"/>
                                      </p:to>
                                    </p:set>
                                    <p:animEffect transition="in" filter="wipe(up)">
                                      <p:cBhvr>
                                        <p:cTn id="123" dur="500"/>
                                        <p:tgtEl>
                                          <p:spTgt spid="32"/>
                                        </p:tgtEl>
                                      </p:cBhvr>
                                    </p:animEffect>
                                  </p:childTnLst>
                                </p:cTn>
                              </p:par>
                              <p:par>
                                <p:cTn id="124" presetID="22" presetClass="entr" presetSubtype="1" fill="hold" nodeType="withEffect">
                                  <p:stCondLst>
                                    <p:cond delay="0"/>
                                  </p:stCondLst>
                                  <p:childTnLst>
                                    <p:set>
                                      <p:cBhvr>
                                        <p:cTn id="125" dur="1" fill="hold">
                                          <p:stCondLst>
                                            <p:cond delay="0"/>
                                          </p:stCondLst>
                                        </p:cTn>
                                        <p:tgtEl>
                                          <p:spTgt spid="34"/>
                                        </p:tgtEl>
                                        <p:attrNameLst>
                                          <p:attrName>style.visibility</p:attrName>
                                        </p:attrNameLst>
                                      </p:cBhvr>
                                      <p:to>
                                        <p:strVal val="visible"/>
                                      </p:to>
                                    </p:set>
                                    <p:animEffect transition="in" filter="wipe(up)">
                                      <p:cBhvr>
                                        <p:cTn id="126" dur="500"/>
                                        <p:tgtEl>
                                          <p:spTgt spid="34"/>
                                        </p:tgtEl>
                                      </p:cBhvr>
                                    </p:animEffect>
                                  </p:childTnLst>
                                </p:cTn>
                              </p:par>
                              <p:par>
                                <p:cTn id="127" presetID="22" presetClass="entr" presetSubtype="1" fill="hold" nodeType="withEffect">
                                  <p:stCondLst>
                                    <p:cond delay="0"/>
                                  </p:stCondLst>
                                  <p:childTnLst>
                                    <p:set>
                                      <p:cBhvr>
                                        <p:cTn id="128" dur="1" fill="hold">
                                          <p:stCondLst>
                                            <p:cond delay="0"/>
                                          </p:stCondLst>
                                        </p:cTn>
                                        <p:tgtEl>
                                          <p:spTgt spid="30"/>
                                        </p:tgtEl>
                                        <p:attrNameLst>
                                          <p:attrName>style.visibility</p:attrName>
                                        </p:attrNameLst>
                                      </p:cBhvr>
                                      <p:to>
                                        <p:strVal val="visible"/>
                                      </p:to>
                                    </p:set>
                                    <p:animEffect transition="in" filter="wipe(up)">
                                      <p:cBhvr>
                                        <p:cTn id="129" dur="500"/>
                                        <p:tgtEl>
                                          <p:spTgt spid="30"/>
                                        </p:tgtEl>
                                      </p:cBhvr>
                                    </p:animEffect>
                                  </p:childTnLst>
                                </p:cTn>
                              </p:par>
                              <p:par>
                                <p:cTn id="130" presetID="22" presetClass="entr" presetSubtype="1" fill="hold" grpId="0" nodeType="withEffect">
                                  <p:stCondLst>
                                    <p:cond delay="0"/>
                                  </p:stCondLst>
                                  <p:childTnLst>
                                    <p:set>
                                      <p:cBhvr>
                                        <p:cTn id="131" dur="1" fill="hold">
                                          <p:stCondLst>
                                            <p:cond delay="0"/>
                                          </p:stCondLst>
                                        </p:cTn>
                                        <p:tgtEl>
                                          <p:spTgt spid="29"/>
                                        </p:tgtEl>
                                        <p:attrNameLst>
                                          <p:attrName>style.visibility</p:attrName>
                                        </p:attrNameLst>
                                      </p:cBhvr>
                                      <p:to>
                                        <p:strVal val="visible"/>
                                      </p:to>
                                    </p:set>
                                    <p:animEffect transition="in" filter="wipe(up)">
                                      <p:cBhvr>
                                        <p:cTn id="132" dur="500"/>
                                        <p:tgtEl>
                                          <p:spTgt spid="29"/>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1" fill="hold" grpId="0" nodeType="clickEffect">
                                  <p:stCondLst>
                                    <p:cond delay="0"/>
                                  </p:stCondLst>
                                  <p:childTnLst>
                                    <p:set>
                                      <p:cBhvr>
                                        <p:cTn id="136" dur="1" fill="hold">
                                          <p:stCondLst>
                                            <p:cond delay="0"/>
                                          </p:stCondLst>
                                        </p:cTn>
                                        <p:tgtEl>
                                          <p:spTgt spid="15"/>
                                        </p:tgtEl>
                                        <p:attrNameLst>
                                          <p:attrName>style.visibility</p:attrName>
                                        </p:attrNameLst>
                                      </p:cBhvr>
                                      <p:to>
                                        <p:strVal val="visible"/>
                                      </p:to>
                                    </p:set>
                                    <p:animEffect transition="in" filter="wipe(up)">
                                      <p:cBhvr>
                                        <p:cTn id="137" dur="500"/>
                                        <p:tgtEl>
                                          <p:spTgt spid="15"/>
                                        </p:tgtEl>
                                      </p:cBhvr>
                                    </p:animEffect>
                                  </p:childTnLst>
                                </p:cTn>
                              </p:par>
                              <p:par>
                                <p:cTn id="138" presetID="22" presetClass="entr" presetSubtype="1" fill="hold" grpId="0" nodeType="withEffect">
                                  <p:stCondLst>
                                    <p:cond delay="0"/>
                                  </p:stCondLst>
                                  <p:childTnLst>
                                    <p:set>
                                      <p:cBhvr>
                                        <p:cTn id="139" dur="1" fill="hold">
                                          <p:stCondLst>
                                            <p:cond delay="0"/>
                                          </p:stCondLst>
                                        </p:cTn>
                                        <p:tgtEl>
                                          <p:spTgt spid="28"/>
                                        </p:tgtEl>
                                        <p:attrNameLst>
                                          <p:attrName>style.visibility</p:attrName>
                                        </p:attrNameLst>
                                      </p:cBhvr>
                                      <p:to>
                                        <p:strVal val="visible"/>
                                      </p:to>
                                    </p:set>
                                    <p:animEffect transition="in" filter="wipe(up)">
                                      <p:cBhvr>
                                        <p:cTn id="140" dur="500"/>
                                        <p:tgtEl>
                                          <p:spTgt spid="28"/>
                                        </p:tgtEl>
                                      </p:cBhvr>
                                    </p:animEffect>
                                  </p:childTnLst>
                                </p:cTn>
                              </p:par>
                              <p:par>
                                <p:cTn id="141" presetID="22" presetClass="entr" presetSubtype="1" fill="hold" grpId="0" nodeType="withEffect">
                                  <p:stCondLst>
                                    <p:cond delay="0"/>
                                  </p:stCondLst>
                                  <p:childTnLst>
                                    <p:set>
                                      <p:cBhvr>
                                        <p:cTn id="142" dur="1" fill="hold">
                                          <p:stCondLst>
                                            <p:cond delay="0"/>
                                          </p:stCondLst>
                                        </p:cTn>
                                        <p:tgtEl>
                                          <p:spTgt spid="93"/>
                                        </p:tgtEl>
                                        <p:attrNameLst>
                                          <p:attrName>style.visibility</p:attrName>
                                        </p:attrNameLst>
                                      </p:cBhvr>
                                      <p:to>
                                        <p:strVal val="visible"/>
                                      </p:to>
                                    </p:set>
                                    <p:animEffect transition="in" filter="wipe(up)">
                                      <p:cBhvr>
                                        <p:cTn id="143" dur="500"/>
                                        <p:tgtEl>
                                          <p:spTgt spid="93"/>
                                        </p:tgtEl>
                                      </p:cBhvr>
                                    </p:animEffect>
                                  </p:childTnLst>
                                </p:cTn>
                              </p:par>
                              <p:par>
                                <p:cTn id="144" presetID="22" presetClass="entr" presetSubtype="1" fill="hold" grpId="0" nodeType="withEffect">
                                  <p:stCondLst>
                                    <p:cond delay="0"/>
                                  </p:stCondLst>
                                  <p:childTnLst>
                                    <p:set>
                                      <p:cBhvr>
                                        <p:cTn id="145" dur="1" fill="hold">
                                          <p:stCondLst>
                                            <p:cond delay="0"/>
                                          </p:stCondLst>
                                        </p:cTn>
                                        <p:tgtEl>
                                          <p:spTgt spid="94"/>
                                        </p:tgtEl>
                                        <p:attrNameLst>
                                          <p:attrName>style.visibility</p:attrName>
                                        </p:attrNameLst>
                                      </p:cBhvr>
                                      <p:to>
                                        <p:strVal val="visible"/>
                                      </p:to>
                                    </p:set>
                                    <p:animEffect transition="in" filter="wipe(up)">
                                      <p:cBhvr>
                                        <p:cTn id="146" dur="500"/>
                                        <p:tgtEl>
                                          <p:spTgt spid="94"/>
                                        </p:tgtEl>
                                      </p:cBhvr>
                                    </p:animEffect>
                                  </p:childTnLst>
                                </p:cTn>
                              </p:par>
                              <p:par>
                                <p:cTn id="147" presetID="22" presetClass="entr" presetSubtype="1" fill="hold" grpId="0" nodeType="withEffect">
                                  <p:stCondLst>
                                    <p:cond delay="0"/>
                                  </p:stCondLst>
                                  <p:childTnLst>
                                    <p:set>
                                      <p:cBhvr>
                                        <p:cTn id="148" dur="1" fill="hold">
                                          <p:stCondLst>
                                            <p:cond delay="0"/>
                                          </p:stCondLst>
                                        </p:cTn>
                                        <p:tgtEl>
                                          <p:spTgt spid="95"/>
                                        </p:tgtEl>
                                        <p:attrNameLst>
                                          <p:attrName>style.visibility</p:attrName>
                                        </p:attrNameLst>
                                      </p:cBhvr>
                                      <p:to>
                                        <p:strVal val="visible"/>
                                      </p:to>
                                    </p:set>
                                    <p:animEffect transition="in" filter="wipe(up)">
                                      <p:cBhvr>
                                        <p:cTn id="149" dur="500"/>
                                        <p:tgtEl>
                                          <p:spTgt spid="95"/>
                                        </p:tgtEl>
                                      </p:cBhvr>
                                    </p:animEffect>
                                  </p:childTnLst>
                                </p:cTn>
                              </p:par>
                              <p:par>
                                <p:cTn id="150" presetID="22" presetClass="entr" presetSubtype="1" fill="hold" grpId="0" nodeType="withEffect">
                                  <p:stCondLst>
                                    <p:cond delay="0"/>
                                  </p:stCondLst>
                                  <p:childTnLst>
                                    <p:set>
                                      <p:cBhvr>
                                        <p:cTn id="151" dur="1" fill="hold">
                                          <p:stCondLst>
                                            <p:cond delay="0"/>
                                          </p:stCondLst>
                                        </p:cTn>
                                        <p:tgtEl>
                                          <p:spTgt spid="91"/>
                                        </p:tgtEl>
                                        <p:attrNameLst>
                                          <p:attrName>style.visibility</p:attrName>
                                        </p:attrNameLst>
                                      </p:cBhvr>
                                      <p:to>
                                        <p:strVal val="visible"/>
                                      </p:to>
                                    </p:set>
                                    <p:animEffect transition="in" filter="wipe(up)">
                                      <p:cBhvr>
                                        <p:cTn id="152" dur="500"/>
                                        <p:tgtEl>
                                          <p:spTgt spid="91"/>
                                        </p:tgtEl>
                                      </p:cBhvr>
                                    </p:animEffect>
                                  </p:childTnLst>
                                </p:cTn>
                              </p:par>
                              <p:par>
                                <p:cTn id="153" presetID="22" presetClass="entr" presetSubtype="1" fill="hold" nodeType="withEffect">
                                  <p:stCondLst>
                                    <p:cond delay="0"/>
                                  </p:stCondLst>
                                  <p:childTnLst>
                                    <p:set>
                                      <p:cBhvr>
                                        <p:cTn id="154" dur="1" fill="hold">
                                          <p:stCondLst>
                                            <p:cond delay="0"/>
                                          </p:stCondLst>
                                        </p:cTn>
                                        <p:tgtEl>
                                          <p:spTgt spid="90"/>
                                        </p:tgtEl>
                                        <p:attrNameLst>
                                          <p:attrName>style.visibility</p:attrName>
                                        </p:attrNameLst>
                                      </p:cBhvr>
                                      <p:to>
                                        <p:strVal val="visible"/>
                                      </p:to>
                                    </p:set>
                                    <p:animEffect transition="in" filter="wipe(up)">
                                      <p:cBhvr>
                                        <p:cTn id="155" dur="500"/>
                                        <p:tgtEl>
                                          <p:spTgt spid="90"/>
                                        </p:tgtEl>
                                      </p:cBhvr>
                                    </p:animEffect>
                                  </p:childTnLst>
                                </p:cTn>
                              </p:par>
                              <p:par>
                                <p:cTn id="156" presetID="22" presetClass="entr" presetSubtype="1" fill="hold" grpId="0" nodeType="withEffect">
                                  <p:stCondLst>
                                    <p:cond delay="0"/>
                                  </p:stCondLst>
                                  <p:childTnLst>
                                    <p:set>
                                      <p:cBhvr>
                                        <p:cTn id="157" dur="1" fill="hold">
                                          <p:stCondLst>
                                            <p:cond delay="0"/>
                                          </p:stCondLst>
                                        </p:cTn>
                                        <p:tgtEl>
                                          <p:spTgt spid="89"/>
                                        </p:tgtEl>
                                        <p:attrNameLst>
                                          <p:attrName>style.visibility</p:attrName>
                                        </p:attrNameLst>
                                      </p:cBhvr>
                                      <p:to>
                                        <p:strVal val="visible"/>
                                      </p:to>
                                    </p:set>
                                    <p:animEffect transition="in" filter="wipe(up)">
                                      <p:cBhvr>
                                        <p:cTn id="158" dur="500"/>
                                        <p:tgtEl>
                                          <p:spTgt spid="89"/>
                                        </p:tgtEl>
                                      </p:cBhvr>
                                    </p:animEffect>
                                  </p:childTnLst>
                                </p:cTn>
                              </p:par>
                              <p:par>
                                <p:cTn id="159" presetID="22" presetClass="entr" presetSubtype="1" fill="hold" nodeType="withEffect">
                                  <p:stCondLst>
                                    <p:cond delay="0"/>
                                  </p:stCondLst>
                                  <p:childTnLst>
                                    <p:set>
                                      <p:cBhvr>
                                        <p:cTn id="160" dur="1" fill="hold">
                                          <p:stCondLst>
                                            <p:cond delay="0"/>
                                          </p:stCondLst>
                                        </p:cTn>
                                        <p:tgtEl>
                                          <p:spTgt spid="92"/>
                                        </p:tgtEl>
                                        <p:attrNameLst>
                                          <p:attrName>style.visibility</p:attrName>
                                        </p:attrNameLst>
                                      </p:cBhvr>
                                      <p:to>
                                        <p:strVal val="visible"/>
                                      </p:to>
                                    </p:set>
                                    <p:animEffect transition="in" filter="wipe(up)">
                                      <p:cBhvr>
                                        <p:cTn id="161" dur="500"/>
                                        <p:tgtEl>
                                          <p:spTgt spid="92"/>
                                        </p:tgtEl>
                                      </p:cBhvr>
                                    </p:animEffect>
                                  </p:childTnLst>
                                </p:cTn>
                              </p:par>
                              <p:par>
                                <p:cTn id="162" presetID="22" presetClass="entr" presetSubtype="1" fill="hold" grpId="0" nodeType="withEffect">
                                  <p:stCondLst>
                                    <p:cond delay="0"/>
                                  </p:stCondLst>
                                  <p:childTnLst>
                                    <p:set>
                                      <p:cBhvr>
                                        <p:cTn id="163" dur="1" fill="hold">
                                          <p:stCondLst>
                                            <p:cond delay="0"/>
                                          </p:stCondLst>
                                        </p:cTn>
                                        <p:tgtEl>
                                          <p:spTgt spid="96"/>
                                        </p:tgtEl>
                                        <p:attrNameLst>
                                          <p:attrName>style.visibility</p:attrName>
                                        </p:attrNameLst>
                                      </p:cBhvr>
                                      <p:to>
                                        <p:strVal val="visible"/>
                                      </p:to>
                                    </p:set>
                                    <p:animEffect transition="in" filter="wipe(up)">
                                      <p:cBhvr>
                                        <p:cTn id="164" dur="500"/>
                                        <p:tgtEl>
                                          <p:spTgt spid="96"/>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1" fill="hold" grpId="0" nodeType="clickEffect">
                                  <p:stCondLst>
                                    <p:cond delay="0"/>
                                  </p:stCondLst>
                                  <p:childTnLst>
                                    <p:set>
                                      <p:cBhvr>
                                        <p:cTn id="168" dur="1" fill="hold">
                                          <p:stCondLst>
                                            <p:cond delay="0"/>
                                          </p:stCondLst>
                                        </p:cTn>
                                        <p:tgtEl>
                                          <p:spTgt spid="35"/>
                                        </p:tgtEl>
                                        <p:attrNameLst>
                                          <p:attrName>style.visibility</p:attrName>
                                        </p:attrNameLst>
                                      </p:cBhvr>
                                      <p:to>
                                        <p:strVal val="visible"/>
                                      </p:to>
                                    </p:set>
                                    <p:animEffect transition="in" filter="wipe(up)">
                                      <p:cBhvr>
                                        <p:cTn id="169" dur="500"/>
                                        <p:tgtEl>
                                          <p:spTgt spid="35"/>
                                        </p:tgtEl>
                                      </p:cBhvr>
                                    </p:animEffect>
                                  </p:childTnLst>
                                </p:cTn>
                              </p:par>
                              <p:par>
                                <p:cTn id="170" presetID="22" presetClass="entr" presetSubtype="1" fill="hold" grpId="0" nodeType="withEffect">
                                  <p:stCondLst>
                                    <p:cond delay="0"/>
                                  </p:stCondLst>
                                  <p:childTnLst>
                                    <p:set>
                                      <p:cBhvr>
                                        <p:cTn id="171" dur="1" fill="hold">
                                          <p:stCondLst>
                                            <p:cond delay="0"/>
                                          </p:stCondLst>
                                        </p:cTn>
                                        <p:tgtEl>
                                          <p:spTgt spid="37"/>
                                        </p:tgtEl>
                                        <p:attrNameLst>
                                          <p:attrName>style.visibility</p:attrName>
                                        </p:attrNameLst>
                                      </p:cBhvr>
                                      <p:to>
                                        <p:strVal val="visible"/>
                                      </p:to>
                                    </p:set>
                                    <p:animEffect transition="in" filter="wipe(up)">
                                      <p:cBhvr>
                                        <p:cTn id="172" dur="500"/>
                                        <p:tgtEl>
                                          <p:spTgt spid="37"/>
                                        </p:tgtEl>
                                      </p:cBhvr>
                                    </p:animEffect>
                                  </p:childTnLst>
                                </p:cTn>
                              </p:par>
                              <p:par>
                                <p:cTn id="173" presetID="22" presetClass="entr" presetSubtype="1" fill="hold" grpId="0" nodeType="withEffect">
                                  <p:stCondLst>
                                    <p:cond delay="0"/>
                                  </p:stCondLst>
                                  <p:childTnLst>
                                    <p:set>
                                      <p:cBhvr>
                                        <p:cTn id="174" dur="1" fill="hold">
                                          <p:stCondLst>
                                            <p:cond delay="0"/>
                                          </p:stCondLst>
                                        </p:cTn>
                                        <p:tgtEl>
                                          <p:spTgt spid="57"/>
                                        </p:tgtEl>
                                        <p:attrNameLst>
                                          <p:attrName>style.visibility</p:attrName>
                                        </p:attrNameLst>
                                      </p:cBhvr>
                                      <p:to>
                                        <p:strVal val="visible"/>
                                      </p:to>
                                    </p:set>
                                    <p:animEffect transition="in" filter="wipe(up)">
                                      <p:cBhvr>
                                        <p:cTn id="175" dur="500"/>
                                        <p:tgtEl>
                                          <p:spTgt spid="57"/>
                                        </p:tgtEl>
                                      </p:cBhvr>
                                    </p:animEffect>
                                  </p:childTnLst>
                                </p:cTn>
                              </p:par>
                              <p:par>
                                <p:cTn id="176" presetID="22" presetClass="entr" presetSubtype="1" fill="hold" nodeType="withEffect">
                                  <p:stCondLst>
                                    <p:cond delay="0"/>
                                  </p:stCondLst>
                                  <p:childTnLst>
                                    <p:set>
                                      <p:cBhvr>
                                        <p:cTn id="177" dur="1" fill="hold">
                                          <p:stCondLst>
                                            <p:cond delay="0"/>
                                          </p:stCondLst>
                                        </p:cTn>
                                        <p:tgtEl>
                                          <p:spTgt spid="58"/>
                                        </p:tgtEl>
                                        <p:attrNameLst>
                                          <p:attrName>style.visibility</p:attrName>
                                        </p:attrNameLst>
                                      </p:cBhvr>
                                      <p:to>
                                        <p:strVal val="visible"/>
                                      </p:to>
                                    </p:set>
                                    <p:animEffect transition="in" filter="wipe(up)">
                                      <p:cBhvr>
                                        <p:cTn id="178" dur="500"/>
                                        <p:tgtEl>
                                          <p:spTgt spid="58"/>
                                        </p:tgtEl>
                                      </p:cBhvr>
                                    </p:animEffect>
                                  </p:childTnLst>
                                </p:cTn>
                              </p:par>
                              <p:par>
                                <p:cTn id="179" presetID="22" presetClass="entr" presetSubtype="1" fill="hold" grpId="0" nodeType="withEffect">
                                  <p:stCondLst>
                                    <p:cond delay="0"/>
                                  </p:stCondLst>
                                  <p:childTnLst>
                                    <p:set>
                                      <p:cBhvr>
                                        <p:cTn id="180" dur="1" fill="hold">
                                          <p:stCondLst>
                                            <p:cond delay="0"/>
                                          </p:stCondLst>
                                        </p:cTn>
                                        <p:tgtEl>
                                          <p:spTgt spid="77"/>
                                        </p:tgtEl>
                                        <p:attrNameLst>
                                          <p:attrName>style.visibility</p:attrName>
                                        </p:attrNameLst>
                                      </p:cBhvr>
                                      <p:to>
                                        <p:strVal val="visible"/>
                                      </p:to>
                                    </p:set>
                                    <p:animEffect transition="in" filter="wipe(up)">
                                      <p:cBhvr>
                                        <p:cTn id="181" dur="500"/>
                                        <p:tgtEl>
                                          <p:spTgt spid="77"/>
                                        </p:tgtEl>
                                      </p:cBhvr>
                                    </p:animEffect>
                                  </p:childTnLst>
                                </p:cTn>
                              </p:par>
                              <p:par>
                                <p:cTn id="182" presetID="22" presetClass="entr" presetSubtype="1" fill="hold" grpId="0" nodeType="withEffect">
                                  <p:stCondLst>
                                    <p:cond delay="0"/>
                                  </p:stCondLst>
                                  <p:childTnLst>
                                    <p:set>
                                      <p:cBhvr>
                                        <p:cTn id="183" dur="1" fill="hold">
                                          <p:stCondLst>
                                            <p:cond delay="0"/>
                                          </p:stCondLst>
                                        </p:cTn>
                                        <p:tgtEl>
                                          <p:spTgt spid="56"/>
                                        </p:tgtEl>
                                        <p:attrNameLst>
                                          <p:attrName>style.visibility</p:attrName>
                                        </p:attrNameLst>
                                      </p:cBhvr>
                                      <p:to>
                                        <p:strVal val="visible"/>
                                      </p:to>
                                    </p:set>
                                    <p:animEffect transition="in" filter="wipe(up)">
                                      <p:cBhvr>
                                        <p:cTn id="184" dur="500"/>
                                        <p:tgtEl>
                                          <p:spTgt spid="56"/>
                                        </p:tgtEl>
                                      </p:cBhvr>
                                    </p:animEffect>
                                  </p:childTnLst>
                                </p:cTn>
                              </p:par>
                              <p:par>
                                <p:cTn id="185" presetID="22" presetClass="entr" presetSubtype="1" fill="hold" grpId="0" nodeType="withEffect">
                                  <p:stCondLst>
                                    <p:cond delay="0"/>
                                  </p:stCondLst>
                                  <p:childTnLst>
                                    <p:set>
                                      <p:cBhvr>
                                        <p:cTn id="186" dur="1" fill="hold">
                                          <p:stCondLst>
                                            <p:cond delay="0"/>
                                          </p:stCondLst>
                                        </p:cTn>
                                        <p:tgtEl>
                                          <p:spTgt spid="38"/>
                                        </p:tgtEl>
                                        <p:attrNameLst>
                                          <p:attrName>style.visibility</p:attrName>
                                        </p:attrNameLst>
                                      </p:cBhvr>
                                      <p:to>
                                        <p:strVal val="visible"/>
                                      </p:to>
                                    </p:set>
                                    <p:animEffect transition="in" filter="wipe(up)">
                                      <p:cBhvr>
                                        <p:cTn id="187" dur="500"/>
                                        <p:tgtEl>
                                          <p:spTgt spid="38"/>
                                        </p:tgtEl>
                                      </p:cBhvr>
                                    </p:animEffect>
                                  </p:childTnLst>
                                </p:cTn>
                              </p:par>
                              <p:par>
                                <p:cTn id="188" presetID="22" presetClass="entr" presetSubtype="1" fill="hold" nodeType="withEffect">
                                  <p:stCondLst>
                                    <p:cond delay="0"/>
                                  </p:stCondLst>
                                  <p:childTnLst>
                                    <p:set>
                                      <p:cBhvr>
                                        <p:cTn id="189" dur="1" fill="hold">
                                          <p:stCondLst>
                                            <p:cond delay="0"/>
                                          </p:stCondLst>
                                        </p:cTn>
                                        <p:tgtEl>
                                          <p:spTgt spid="39"/>
                                        </p:tgtEl>
                                        <p:attrNameLst>
                                          <p:attrName>style.visibility</p:attrName>
                                        </p:attrNameLst>
                                      </p:cBhvr>
                                      <p:to>
                                        <p:strVal val="visible"/>
                                      </p:to>
                                    </p:set>
                                    <p:animEffect transition="in" filter="wipe(up)">
                                      <p:cBhvr>
                                        <p:cTn id="190" dur="500"/>
                                        <p:tgtEl>
                                          <p:spTgt spid="39"/>
                                        </p:tgtEl>
                                      </p:cBhvr>
                                    </p:animEffect>
                                  </p:childTnLst>
                                </p:cTn>
                              </p:par>
                              <p:par>
                                <p:cTn id="191" presetID="22" presetClass="entr" presetSubtype="1" fill="hold" grpId="0" nodeType="withEffect">
                                  <p:stCondLst>
                                    <p:cond delay="0"/>
                                  </p:stCondLst>
                                  <p:childTnLst>
                                    <p:set>
                                      <p:cBhvr>
                                        <p:cTn id="192" dur="1" fill="hold">
                                          <p:stCondLst>
                                            <p:cond delay="0"/>
                                          </p:stCondLst>
                                        </p:cTn>
                                        <p:tgtEl>
                                          <p:spTgt spid="53"/>
                                        </p:tgtEl>
                                        <p:attrNameLst>
                                          <p:attrName>style.visibility</p:attrName>
                                        </p:attrNameLst>
                                      </p:cBhvr>
                                      <p:to>
                                        <p:strVal val="visible"/>
                                      </p:to>
                                    </p:set>
                                    <p:animEffect transition="in" filter="wipe(up)">
                                      <p:cBhvr>
                                        <p:cTn id="193" dur="500"/>
                                        <p:tgtEl>
                                          <p:spTgt spid="53"/>
                                        </p:tgtEl>
                                      </p:cBhvr>
                                    </p:animEffect>
                                  </p:childTnLst>
                                </p:cTn>
                              </p:par>
                              <p:par>
                                <p:cTn id="194" presetID="22" presetClass="entr" presetSubtype="1" fill="hold" nodeType="withEffect">
                                  <p:stCondLst>
                                    <p:cond delay="0"/>
                                  </p:stCondLst>
                                  <p:childTnLst>
                                    <p:set>
                                      <p:cBhvr>
                                        <p:cTn id="195" dur="1" fill="hold">
                                          <p:stCondLst>
                                            <p:cond delay="0"/>
                                          </p:stCondLst>
                                        </p:cTn>
                                        <p:tgtEl>
                                          <p:spTgt spid="51"/>
                                        </p:tgtEl>
                                        <p:attrNameLst>
                                          <p:attrName>style.visibility</p:attrName>
                                        </p:attrNameLst>
                                      </p:cBhvr>
                                      <p:to>
                                        <p:strVal val="visible"/>
                                      </p:to>
                                    </p:set>
                                    <p:animEffect transition="in" filter="wipe(up)">
                                      <p:cBhvr>
                                        <p:cTn id="196" dur="500"/>
                                        <p:tgtEl>
                                          <p:spTgt spid="51"/>
                                        </p:tgtEl>
                                      </p:cBhvr>
                                    </p:animEffect>
                                  </p:childTnLst>
                                </p:cTn>
                              </p:par>
                              <p:par>
                                <p:cTn id="197" presetID="22" presetClass="entr" presetSubtype="1" fill="hold" grpId="0" nodeType="withEffect">
                                  <p:stCondLst>
                                    <p:cond delay="0"/>
                                  </p:stCondLst>
                                  <p:childTnLst>
                                    <p:set>
                                      <p:cBhvr>
                                        <p:cTn id="198" dur="1" fill="hold">
                                          <p:stCondLst>
                                            <p:cond delay="0"/>
                                          </p:stCondLst>
                                        </p:cTn>
                                        <p:tgtEl>
                                          <p:spTgt spid="54"/>
                                        </p:tgtEl>
                                        <p:attrNameLst>
                                          <p:attrName>style.visibility</p:attrName>
                                        </p:attrNameLst>
                                      </p:cBhvr>
                                      <p:to>
                                        <p:strVal val="visible"/>
                                      </p:to>
                                    </p:set>
                                    <p:animEffect transition="in" filter="wipe(up)">
                                      <p:cBhvr>
                                        <p:cTn id="199" dur="500"/>
                                        <p:tgtEl>
                                          <p:spTgt spid="54"/>
                                        </p:tgtEl>
                                      </p:cBhvr>
                                    </p:animEffect>
                                  </p:childTnLst>
                                </p:cTn>
                              </p:par>
                              <p:par>
                                <p:cTn id="200" presetID="22" presetClass="entr" presetSubtype="1" fill="hold" nodeType="withEffect">
                                  <p:stCondLst>
                                    <p:cond delay="0"/>
                                  </p:stCondLst>
                                  <p:childTnLst>
                                    <p:set>
                                      <p:cBhvr>
                                        <p:cTn id="201" dur="1" fill="hold">
                                          <p:stCondLst>
                                            <p:cond delay="0"/>
                                          </p:stCondLst>
                                        </p:cTn>
                                        <p:tgtEl>
                                          <p:spTgt spid="52"/>
                                        </p:tgtEl>
                                        <p:attrNameLst>
                                          <p:attrName>style.visibility</p:attrName>
                                        </p:attrNameLst>
                                      </p:cBhvr>
                                      <p:to>
                                        <p:strVal val="visible"/>
                                      </p:to>
                                    </p:set>
                                    <p:animEffect transition="in" filter="wipe(up)">
                                      <p:cBhvr>
                                        <p:cTn id="202" dur="500"/>
                                        <p:tgtEl>
                                          <p:spTgt spid="52"/>
                                        </p:tgtEl>
                                      </p:cBhvr>
                                    </p:animEffect>
                                  </p:childTnLst>
                                </p:cTn>
                              </p:par>
                              <p:par>
                                <p:cTn id="203" presetID="22" presetClass="entr" presetSubtype="1" fill="hold" nodeType="withEffect">
                                  <p:stCondLst>
                                    <p:cond delay="0"/>
                                  </p:stCondLst>
                                  <p:childTnLst>
                                    <p:set>
                                      <p:cBhvr>
                                        <p:cTn id="204" dur="1" fill="hold">
                                          <p:stCondLst>
                                            <p:cond delay="0"/>
                                          </p:stCondLst>
                                        </p:cTn>
                                        <p:tgtEl>
                                          <p:spTgt spid="55"/>
                                        </p:tgtEl>
                                        <p:attrNameLst>
                                          <p:attrName>style.visibility</p:attrName>
                                        </p:attrNameLst>
                                      </p:cBhvr>
                                      <p:to>
                                        <p:strVal val="visible"/>
                                      </p:to>
                                    </p:set>
                                    <p:animEffect transition="in" filter="wipe(up)">
                                      <p:cBhvr>
                                        <p:cTn id="205" dur="500"/>
                                        <p:tgtEl>
                                          <p:spTgt spid="55"/>
                                        </p:tgtEl>
                                      </p:cBhvr>
                                    </p:animEffect>
                                  </p:childTnLst>
                                </p:cTn>
                              </p:par>
                              <p:par>
                                <p:cTn id="206" presetID="22" presetClass="entr" presetSubtype="1" fill="hold" nodeType="withEffect">
                                  <p:stCondLst>
                                    <p:cond delay="0"/>
                                  </p:stCondLst>
                                  <p:childTnLst>
                                    <p:set>
                                      <p:cBhvr>
                                        <p:cTn id="207" dur="1" fill="hold">
                                          <p:stCondLst>
                                            <p:cond delay="0"/>
                                          </p:stCondLst>
                                        </p:cTn>
                                        <p:tgtEl>
                                          <p:spTgt spid="88"/>
                                        </p:tgtEl>
                                        <p:attrNameLst>
                                          <p:attrName>style.visibility</p:attrName>
                                        </p:attrNameLst>
                                      </p:cBhvr>
                                      <p:to>
                                        <p:strVal val="visible"/>
                                      </p:to>
                                    </p:set>
                                    <p:animEffect transition="in" filter="wipe(up)">
                                      <p:cBhvr>
                                        <p:cTn id="208" dur="500"/>
                                        <p:tgtEl>
                                          <p:spTgt spid="88"/>
                                        </p:tgtEl>
                                      </p:cBhvr>
                                    </p:animEffect>
                                  </p:childTnLst>
                                </p:cTn>
                              </p:par>
                              <p:par>
                                <p:cTn id="209" presetID="22" presetClass="entr" presetSubtype="1" fill="hold" grpId="0" nodeType="withEffect">
                                  <p:stCondLst>
                                    <p:cond delay="0"/>
                                  </p:stCondLst>
                                  <p:childTnLst>
                                    <p:set>
                                      <p:cBhvr>
                                        <p:cTn id="210" dur="1" fill="hold">
                                          <p:stCondLst>
                                            <p:cond delay="0"/>
                                          </p:stCondLst>
                                        </p:cTn>
                                        <p:tgtEl>
                                          <p:spTgt spid="87"/>
                                        </p:tgtEl>
                                        <p:attrNameLst>
                                          <p:attrName>style.visibility</p:attrName>
                                        </p:attrNameLst>
                                      </p:cBhvr>
                                      <p:to>
                                        <p:strVal val="visible"/>
                                      </p:to>
                                    </p:set>
                                    <p:animEffect transition="in" filter="wipe(up)">
                                      <p:cBhvr>
                                        <p:cTn id="211" dur="500"/>
                                        <p:tgtEl>
                                          <p:spTgt spid="87"/>
                                        </p:tgtEl>
                                      </p:cBhvr>
                                    </p:animEffect>
                                  </p:childTnLst>
                                </p:cTn>
                              </p:par>
                              <p:par>
                                <p:cTn id="212" presetID="22" presetClass="entr" presetSubtype="1" fill="hold" nodeType="withEffect">
                                  <p:stCondLst>
                                    <p:cond delay="0"/>
                                  </p:stCondLst>
                                  <p:childTnLst>
                                    <p:set>
                                      <p:cBhvr>
                                        <p:cTn id="213" dur="1" fill="hold">
                                          <p:stCondLst>
                                            <p:cond delay="0"/>
                                          </p:stCondLst>
                                        </p:cTn>
                                        <p:tgtEl>
                                          <p:spTgt spid="86"/>
                                        </p:tgtEl>
                                        <p:attrNameLst>
                                          <p:attrName>style.visibility</p:attrName>
                                        </p:attrNameLst>
                                      </p:cBhvr>
                                      <p:to>
                                        <p:strVal val="visible"/>
                                      </p:to>
                                    </p:set>
                                    <p:animEffect transition="in" filter="wipe(up)">
                                      <p:cBhvr>
                                        <p:cTn id="214" dur="500"/>
                                        <p:tgtEl>
                                          <p:spTgt spid="86"/>
                                        </p:tgtEl>
                                      </p:cBhvr>
                                    </p:animEffect>
                                  </p:childTnLst>
                                </p:cTn>
                              </p:par>
                              <p:par>
                                <p:cTn id="215" presetID="22" presetClass="entr" presetSubtype="1" fill="hold" grpId="0" nodeType="withEffect">
                                  <p:stCondLst>
                                    <p:cond delay="0"/>
                                  </p:stCondLst>
                                  <p:childTnLst>
                                    <p:set>
                                      <p:cBhvr>
                                        <p:cTn id="216" dur="1" fill="hold">
                                          <p:stCondLst>
                                            <p:cond delay="0"/>
                                          </p:stCondLst>
                                        </p:cTn>
                                        <p:tgtEl>
                                          <p:spTgt spid="48"/>
                                        </p:tgtEl>
                                        <p:attrNameLst>
                                          <p:attrName>style.visibility</p:attrName>
                                        </p:attrNameLst>
                                      </p:cBhvr>
                                      <p:to>
                                        <p:strVal val="visible"/>
                                      </p:to>
                                    </p:set>
                                    <p:animEffect transition="in" filter="wipe(up)">
                                      <p:cBhvr>
                                        <p:cTn id="217" dur="500"/>
                                        <p:tgtEl>
                                          <p:spTgt spid="48"/>
                                        </p:tgtEl>
                                      </p:cBhvr>
                                    </p:animEffect>
                                  </p:childTnLst>
                                </p:cTn>
                              </p:par>
                              <p:par>
                                <p:cTn id="218" presetID="22" presetClass="entr" presetSubtype="1" fill="hold" nodeType="withEffect">
                                  <p:stCondLst>
                                    <p:cond delay="0"/>
                                  </p:stCondLst>
                                  <p:childTnLst>
                                    <p:set>
                                      <p:cBhvr>
                                        <p:cTn id="219" dur="1" fill="hold">
                                          <p:stCondLst>
                                            <p:cond delay="0"/>
                                          </p:stCondLst>
                                        </p:cTn>
                                        <p:tgtEl>
                                          <p:spTgt spid="49"/>
                                        </p:tgtEl>
                                        <p:attrNameLst>
                                          <p:attrName>style.visibility</p:attrName>
                                        </p:attrNameLst>
                                      </p:cBhvr>
                                      <p:to>
                                        <p:strVal val="visible"/>
                                      </p:to>
                                    </p:set>
                                    <p:animEffect transition="in" filter="wipe(up)">
                                      <p:cBhvr>
                                        <p:cTn id="220" dur="500"/>
                                        <p:tgtEl>
                                          <p:spTgt spid="49"/>
                                        </p:tgtEl>
                                      </p:cBhvr>
                                    </p:animEffect>
                                  </p:childTnLst>
                                </p:cTn>
                              </p:par>
                              <p:par>
                                <p:cTn id="221" presetID="22" presetClass="entr" presetSubtype="1" fill="hold" grpId="0" nodeType="withEffect">
                                  <p:stCondLst>
                                    <p:cond delay="0"/>
                                  </p:stCondLst>
                                  <p:childTnLst>
                                    <p:set>
                                      <p:cBhvr>
                                        <p:cTn id="222" dur="1" fill="hold">
                                          <p:stCondLst>
                                            <p:cond delay="0"/>
                                          </p:stCondLst>
                                        </p:cTn>
                                        <p:tgtEl>
                                          <p:spTgt spid="78"/>
                                        </p:tgtEl>
                                        <p:attrNameLst>
                                          <p:attrName>style.visibility</p:attrName>
                                        </p:attrNameLst>
                                      </p:cBhvr>
                                      <p:to>
                                        <p:strVal val="visible"/>
                                      </p:to>
                                    </p:set>
                                    <p:animEffect transition="in" filter="wipe(up)">
                                      <p:cBhvr>
                                        <p:cTn id="223" dur="500"/>
                                        <p:tgtEl>
                                          <p:spTgt spid="78"/>
                                        </p:tgtEl>
                                      </p:cBhvr>
                                    </p:animEffect>
                                  </p:childTnLst>
                                </p:cTn>
                              </p:par>
                              <p:par>
                                <p:cTn id="224" presetID="22" presetClass="entr" presetSubtype="1" fill="hold" nodeType="withEffect">
                                  <p:stCondLst>
                                    <p:cond delay="0"/>
                                  </p:stCondLst>
                                  <p:childTnLst>
                                    <p:set>
                                      <p:cBhvr>
                                        <p:cTn id="225" dur="1" fill="hold">
                                          <p:stCondLst>
                                            <p:cond delay="0"/>
                                          </p:stCondLst>
                                        </p:cTn>
                                        <p:tgtEl>
                                          <p:spTgt spid="80"/>
                                        </p:tgtEl>
                                        <p:attrNameLst>
                                          <p:attrName>style.visibility</p:attrName>
                                        </p:attrNameLst>
                                      </p:cBhvr>
                                      <p:to>
                                        <p:strVal val="visible"/>
                                      </p:to>
                                    </p:set>
                                    <p:animEffect transition="in" filter="wipe(up)">
                                      <p:cBhvr>
                                        <p:cTn id="226" dur="500"/>
                                        <p:tgtEl>
                                          <p:spTgt spid="80"/>
                                        </p:tgtEl>
                                      </p:cBhvr>
                                    </p:animEffect>
                                  </p:childTnLst>
                                </p:cTn>
                              </p:par>
                            </p:childTnLst>
                          </p:cTn>
                        </p:par>
                      </p:childTnLst>
                    </p:cTn>
                  </p:par>
                  <p:par>
                    <p:cTn id="227" fill="hold">
                      <p:stCondLst>
                        <p:cond delay="indefinite"/>
                      </p:stCondLst>
                      <p:childTnLst>
                        <p:par>
                          <p:cTn id="228" fill="hold">
                            <p:stCondLst>
                              <p:cond delay="0"/>
                            </p:stCondLst>
                            <p:childTnLst>
                              <p:par>
                                <p:cTn id="229" presetID="10" presetClass="entr" presetSubtype="0" fill="hold" nodeType="clickEffect">
                                  <p:stCondLst>
                                    <p:cond delay="0"/>
                                  </p:stCondLst>
                                  <p:childTnLst>
                                    <p:set>
                                      <p:cBhvr>
                                        <p:cTn id="230" dur="1" fill="hold">
                                          <p:stCondLst>
                                            <p:cond delay="0"/>
                                          </p:stCondLst>
                                        </p:cTn>
                                        <p:tgtEl>
                                          <p:spTgt spid="81"/>
                                        </p:tgtEl>
                                        <p:attrNameLst>
                                          <p:attrName>style.visibility</p:attrName>
                                        </p:attrNameLst>
                                      </p:cBhvr>
                                      <p:to>
                                        <p:strVal val="visible"/>
                                      </p:to>
                                    </p:set>
                                    <p:animEffect transition="in" filter="fade">
                                      <p:cBhvr>
                                        <p:cTn id="231" dur="500"/>
                                        <p:tgtEl>
                                          <p:spTgt spid="81"/>
                                        </p:tgtEl>
                                      </p:cBhvr>
                                    </p:animEffect>
                                  </p:childTnLst>
                                </p:cTn>
                              </p:par>
                              <p:par>
                                <p:cTn id="232" presetID="10" presetClass="entr" presetSubtype="0" fill="hold" grpId="0" nodeType="withEffect">
                                  <p:stCondLst>
                                    <p:cond delay="0"/>
                                  </p:stCondLst>
                                  <p:childTnLst>
                                    <p:set>
                                      <p:cBhvr>
                                        <p:cTn id="233" dur="1" fill="hold">
                                          <p:stCondLst>
                                            <p:cond delay="0"/>
                                          </p:stCondLst>
                                        </p:cTn>
                                        <p:tgtEl>
                                          <p:spTgt spid="84"/>
                                        </p:tgtEl>
                                        <p:attrNameLst>
                                          <p:attrName>style.visibility</p:attrName>
                                        </p:attrNameLst>
                                      </p:cBhvr>
                                      <p:to>
                                        <p:strVal val="visible"/>
                                      </p:to>
                                    </p:set>
                                    <p:animEffect transition="in" filter="fade">
                                      <p:cBhvr>
                                        <p:cTn id="234" dur="500"/>
                                        <p:tgtEl>
                                          <p:spTgt spid="84"/>
                                        </p:tgtEl>
                                      </p:cBhvr>
                                    </p:animEffect>
                                  </p:childTnLst>
                                </p:cTn>
                              </p:par>
                              <p:par>
                                <p:cTn id="235" presetID="10" presetClass="entr" presetSubtype="0" fill="hold" nodeType="withEffect">
                                  <p:stCondLst>
                                    <p:cond delay="0"/>
                                  </p:stCondLst>
                                  <p:childTnLst>
                                    <p:set>
                                      <p:cBhvr>
                                        <p:cTn id="236" dur="1" fill="hold">
                                          <p:stCondLst>
                                            <p:cond delay="0"/>
                                          </p:stCondLst>
                                        </p:cTn>
                                        <p:tgtEl>
                                          <p:spTgt spid="50"/>
                                        </p:tgtEl>
                                        <p:attrNameLst>
                                          <p:attrName>style.visibility</p:attrName>
                                        </p:attrNameLst>
                                      </p:cBhvr>
                                      <p:to>
                                        <p:strVal val="visible"/>
                                      </p:to>
                                    </p:set>
                                    <p:animEffect transition="in" filter="fade">
                                      <p:cBhvr>
                                        <p:cTn id="237" dur="500"/>
                                        <p:tgtEl>
                                          <p:spTgt spid="50"/>
                                        </p:tgtEl>
                                      </p:cBhvr>
                                    </p:animEffect>
                                  </p:childTnLst>
                                </p:cTn>
                              </p:par>
                              <p:par>
                                <p:cTn id="238" presetID="10" presetClass="entr" presetSubtype="0" fill="hold" nodeType="withEffect">
                                  <p:stCondLst>
                                    <p:cond delay="0"/>
                                  </p:stCondLst>
                                  <p:childTnLst>
                                    <p:set>
                                      <p:cBhvr>
                                        <p:cTn id="239" dur="1" fill="hold">
                                          <p:stCondLst>
                                            <p:cond delay="0"/>
                                          </p:stCondLst>
                                        </p:cTn>
                                        <p:tgtEl>
                                          <p:spTgt spid="65"/>
                                        </p:tgtEl>
                                        <p:attrNameLst>
                                          <p:attrName>style.visibility</p:attrName>
                                        </p:attrNameLst>
                                      </p:cBhvr>
                                      <p:to>
                                        <p:strVal val="visible"/>
                                      </p:to>
                                    </p:set>
                                    <p:animEffect transition="in" filter="fade">
                                      <p:cBhvr>
                                        <p:cTn id="240" dur="500"/>
                                        <p:tgtEl>
                                          <p:spTgt spid="65"/>
                                        </p:tgtEl>
                                      </p:cBhvr>
                                    </p:animEffect>
                                  </p:childTnLst>
                                </p:cTn>
                              </p:par>
                              <p:par>
                                <p:cTn id="241" presetID="10" presetClass="entr" presetSubtype="0" fill="hold" nodeType="withEffect">
                                  <p:stCondLst>
                                    <p:cond delay="0"/>
                                  </p:stCondLst>
                                  <p:childTnLst>
                                    <p:set>
                                      <p:cBhvr>
                                        <p:cTn id="242" dur="1" fill="hold">
                                          <p:stCondLst>
                                            <p:cond delay="0"/>
                                          </p:stCondLst>
                                        </p:cTn>
                                        <p:tgtEl>
                                          <p:spTgt spid="66"/>
                                        </p:tgtEl>
                                        <p:attrNameLst>
                                          <p:attrName>style.visibility</p:attrName>
                                        </p:attrNameLst>
                                      </p:cBhvr>
                                      <p:to>
                                        <p:strVal val="visible"/>
                                      </p:to>
                                    </p:set>
                                    <p:animEffect transition="in" filter="fade">
                                      <p:cBhvr>
                                        <p:cTn id="243" dur="500"/>
                                        <p:tgtEl>
                                          <p:spTgt spid="66"/>
                                        </p:tgtEl>
                                      </p:cBhvr>
                                    </p:animEffect>
                                  </p:childTnLst>
                                </p:cTn>
                              </p:par>
                              <p:par>
                                <p:cTn id="244" presetID="10" presetClass="entr" presetSubtype="0" fill="hold" nodeType="withEffect">
                                  <p:stCondLst>
                                    <p:cond delay="0"/>
                                  </p:stCondLst>
                                  <p:childTnLst>
                                    <p:set>
                                      <p:cBhvr>
                                        <p:cTn id="245" dur="1" fill="hold">
                                          <p:stCondLst>
                                            <p:cond delay="0"/>
                                          </p:stCondLst>
                                        </p:cTn>
                                        <p:tgtEl>
                                          <p:spTgt spid="82"/>
                                        </p:tgtEl>
                                        <p:attrNameLst>
                                          <p:attrName>style.visibility</p:attrName>
                                        </p:attrNameLst>
                                      </p:cBhvr>
                                      <p:to>
                                        <p:strVal val="visible"/>
                                      </p:to>
                                    </p:set>
                                    <p:animEffect transition="in" filter="fade">
                                      <p:cBhvr>
                                        <p:cTn id="246" dur="500"/>
                                        <p:tgtEl>
                                          <p:spTgt spid="82"/>
                                        </p:tgtEl>
                                      </p:cBhvr>
                                    </p:animEffect>
                                  </p:childTnLst>
                                </p:cTn>
                              </p:par>
                              <p:par>
                                <p:cTn id="247" presetID="10" presetClass="entr" presetSubtype="0" fill="hold" nodeType="withEffect">
                                  <p:stCondLst>
                                    <p:cond delay="0"/>
                                  </p:stCondLst>
                                  <p:childTnLst>
                                    <p:set>
                                      <p:cBhvr>
                                        <p:cTn id="248" dur="1" fill="hold">
                                          <p:stCondLst>
                                            <p:cond delay="0"/>
                                          </p:stCondLst>
                                        </p:cTn>
                                        <p:tgtEl>
                                          <p:spTgt spid="83"/>
                                        </p:tgtEl>
                                        <p:attrNameLst>
                                          <p:attrName>style.visibility</p:attrName>
                                        </p:attrNameLst>
                                      </p:cBhvr>
                                      <p:to>
                                        <p:strVal val="visible"/>
                                      </p:to>
                                    </p:set>
                                    <p:animEffect transition="in" filter="fade">
                                      <p:cBhvr>
                                        <p:cTn id="249" dur="500"/>
                                        <p:tgtEl>
                                          <p:spTgt spid="83"/>
                                        </p:tgtEl>
                                      </p:cBhvr>
                                    </p:animEffect>
                                  </p:childTnLst>
                                </p:cTn>
                              </p:par>
                              <p:par>
                                <p:cTn id="250" presetID="10" presetClass="entr" presetSubtype="0" fill="hold" nodeType="withEffect">
                                  <p:stCondLst>
                                    <p:cond delay="0"/>
                                  </p:stCondLst>
                                  <p:childTnLst>
                                    <p:set>
                                      <p:cBhvr>
                                        <p:cTn id="251" dur="1" fill="hold">
                                          <p:stCondLst>
                                            <p:cond delay="0"/>
                                          </p:stCondLst>
                                        </p:cTn>
                                        <p:tgtEl>
                                          <p:spTgt spid="59"/>
                                        </p:tgtEl>
                                        <p:attrNameLst>
                                          <p:attrName>style.visibility</p:attrName>
                                        </p:attrNameLst>
                                      </p:cBhvr>
                                      <p:to>
                                        <p:strVal val="visible"/>
                                      </p:to>
                                    </p:set>
                                    <p:animEffect transition="in" filter="fade">
                                      <p:cBhvr>
                                        <p:cTn id="252" dur="500"/>
                                        <p:tgtEl>
                                          <p:spTgt spid="59"/>
                                        </p:tgtEl>
                                      </p:cBhvr>
                                    </p:animEffect>
                                  </p:childTnLst>
                                </p:cTn>
                              </p:par>
                              <p:par>
                                <p:cTn id="253" presetID="10" presetClass="entr" presetSubtype="0" fill="hold" nodeType="withEffect">
                                  <p:stCondLst>
                                    <p:cond delay="0"/>
                                  </p:stCondLst>
                                  <p:childTnLst>
                                    <p:set>
                                      <p:cBhvr>
                                        <p:cTn id="254" dur="1" fill="hold">
                                          <p:stCondLst>
                                            <p:cond delay="0"/>
                                          </p:stCondLst>
                                        </p:cTn>
                                        <p:tgtEl>
                                          <p:spTgt spid="85"/>
                                        </p:tgtEl>
                                        <p:attrNameLst>
                                          <p:attrName>style.visibility</p:attrName>
                                        </p:attrNameLst>
                                      </p:cBhvr>
                                      <p:to>
                                        <p:strVal val="visible"/>
                                      </p:to>
                                    </p:set>
                                    <p:animEffect transition="in" filter="fade">
                                      <p:cBhvr>
                                        <p:cTn id="255" dur="500"/>
                                        <p:tgtEl>
                                          <p:spTgt spid="85"/>
                                        </p:tgtEl>
                                      </p:cBhvr>
                                    </p:animEffect>
                                  </p:childTnLst>
                                </p:cTn>
                              </p:par>
                              <p:par>
                                <p:cTn id="256" presetID="10" presetClass="entr" presetSubtype="0" fill="hold" nodeType="withEffect">
                                  <p:stCondLst>
                                    <p:cond delay="0"/>
                                  </p:stCondLst>
                                  <p:childTnLst>
                                    <p:set>
                                      <p:cBhvr>
                                        <p:cTn id="257" dur="1" fill="hold">
                                          <p:stCondLst>
                                            <p:cond delay="0"/>
                                          </p:stCondLst>
                                        </p:cTn>
                                        <p:tgtEl>
                                          <p:spTgt spid="47"/>
                                        </p:tgtEl>
                                        <p:attrNameLst>
                                          <p:attrName>style.visibility</p:attrName>
                                        </p:attrNameLst>
                                      </p:cBhvr>
                                      <p:to>
                                        <p:strVal val="visible"/>
                                      </p:to>
                                    </p:set>
                                    <p:animEffect transition="in" filter="fade">
                                      <p:cBhvr>
                                        <p:cTn id="258" dur="500"/>
                                        <p:tgtEl>
                                          <p:spTgt spid="47"/>
                                        </p:tgtEl>
                                      </p:cBhvr>
                                    </p:animEffect>
                                  </p:childTnLst>
                                </p:cTn>
                              </p:par>
                              <p:par>
                                <p:cTn id="259" presetID="10" presetClass="entr" presetSubtype="0" fill="hold" nodeType="withEffect">
                                  <p:stCondLst>
                                    <p:cond delay="0"/>
                                  </p:stCondLst>
                                  <p:childTnLst>
                                    <p:set>
                                      <p:cBhvr>
                                        <p:cTn id="260" dur="1" fill="hold">
                                          <p:stCondLst>
                                            <p:cond delay="0"/>
                                          </p:stCondLst>
                                        </p:cTn>
                                        <p:tgtEl>
                                          <p:spTgt spid="79"/>
                                        </p:tgtEl>
                                        <p:attrNameLst>
                                          <p:attrName>style.visibility</p:attrName>
                                        </p:attrNameLst>
                                      </p:cBhvr>
                                      <p:to>
                                        <p:strVal val="visible"/>
                                      </p:to>
                                    </p:set>
                                    <p:animEffect transition="in" filter="fade">
                                      <p:cBhvr>
                                        <p:cTn id="261" dur="500"/>
                                        <p:tgtEl>
                                          <p:spTgt spid="79"/>
                                        </p:tgtEl>
                                      </p:cBhvr>
                                    </p:animEffect>
                                  </p:childTnLst>
                                </p:cTn>
                              </p:par>
                            </p:childTnLst>
                          </p:cTn>
                        </p:par>
                      </p:childTnLst>
                    </p:cTn>
                  </p:par>
                  <p:par>
                    <p:cTn id="262" fill="hold">
                      <p:stCondLst>
                        <p:cond delay="indefinite"/>
                      </p:stCondLst>
                      <p:childTnLst>
                        <p:par>
                          <p:cTn id="263" fill="hold">
                            <p:stCondLst>
                              <p:cond delay="0"/>
                            </p:stCondLst>
                            <p:childTnLst>
                              <p:par>
                                <p:cTn id="264" presetID="10" presetClass="entr" presetSubtype="0" fill="hold" grpId="0" nodeType="clickEffect">
                                  <p:stCondLst>
                                    <p:cond delay="0"/>
                                  </p:stCondLst>
                                  <p:childTnLst>
                                    <p:set>
                                      <p:cBhvr>
                                        <p:cTn id="265" dur="1" fill="hold">
                                          <p:stCondLst>
                                            <p:cond delay="0"/>
                                          </p:stCondLst>
                                        </p:cTn>
                                        <p:tgtEl>
                                          <p:spTgt spid="60"/>
                                        </p:tgtEl>
                                        <p:attrNameLst>
                                          <p:attrName>style.visibility</p:attrName>
                                        </p:attrNameLst>
                                      </p:cBhvr>
                                      <p:to>
                                        <p:strVal val="visible"/>
                                      </p:to>
                                    </p:set>
                                    <p:animEffect transition="in" filter="fade">
                                      <p:cBhvr>
                                        <p:cTn id="266" dur="500"/>
                                        <p:tgtEl>
                                          <p:spTgt spid="60"/>
                                        </p:tgtEl>
                                      </p:cBhvr>
                                    </p:animEffect>
                                  </p:childTnLst>
                                </p:cTn>
                              </p:par>
                              <p:par>
                                <p:cTn id="267" presetID="10" presetClass="entr" presetSubtype="0" fill="hold" nodeType="withEffect">
                                  <p:stCondLst>
                                    <p:cond delay="0"/>
                                  </p:stCondLst>
                                  <p:childTnLst>
                                    <p:set>
                                      <p:cBhvr>
                                        <p:cTn id="268" dur="1" fill="hold">
                                          <p:stCondLst>
                                            <p:cond delay="0"/>
                                          </p:stCondLst>
                                        </p:cTn>
                                        <p:tgtEl>
                                          <p:spTgt spid="62"/>
                                        </p:tgtEl>
                                        <p:attrNameLst>
                                          <p:attrName>style.visibility</p:attrName>
                                        </p:attrNameLst>
                                      </p:cBhvr>
                                      <p:to>
                                        <p:strVal val="visible"/>
                                      </p:to>
                                    </p:set>
                                    <p:animEffect transition="in" filter="fade">
                                      <p:cBhvr>
                                        <p:cTn id="269" dur="500"/>
                                        <p:tgtEl>
                                          <p:spTgt spid="62"/>
                                        </p:tgtEl>
                                      </p:cBhvr>
                                    </p:animEffect>
                                  </p:childTnLst>
                                </p:cTn>
                              </p:par>
                              <p:par>
                                <p:cTn id="270" presetID="10" presetClass="entr" presetSubtype="0" fill="hold" nodeType="withEffect">
                                  <p:stCondLst>
                                    <p:cond delay="0"/>
                                  </p:stCondLst>
                                  <p:childTnLst>
                                    <p:set>
                                      <p:cBhvr>
                                        <p:cTn id="271" dur="1" fill="hold">
                                          <p:stCondLst>
                                            <p:cond delay="0"/>
                                          </p:stCondLst>
                                        </p:cTn>
                                        <p:tgtEl>
                                          <p:spTgt spid="61"/>
                                        </p:tgtEl>
                                        <p:attrNameLst>
                                          <p:attrName>style.visibility</p:attrName>
                                        </p:attrNameLst>
                                      </p:cBhvr>
                                      <p:to>
                                        <p:strVal val="visible"/>
                                      </p:to>
                                    </p:set>
                                    <p:animEffect transition="in" filter="fade">
                                      <p:cBhvr>
                                        <p:cTn id="272" dur="500"/>
                                        <p:tgtEl>
                                          <p:spTgt spid="61"/>
                                        </p:tgtEl>
                                      </p:cBhvr>
                                    </p:animEffect>
                                  </p:childTnLst>
                                </p:cTn>
                              </p:par>
                            </p:childTnLst>
                          </p:cTn>
                        </p:par>
                      </p:childTnLst>
                    </p:cTn>
                  </p:par>
                  <p:par>
                    <p:cTn id="273" fill="hold">
                      <p:stCondLst>
                        <p:cond delay="indefinite"/>
                      </p:stCondLst>
                      <p:childTnLst>
                        <p:par>
                          <p:cTn id="274" fill="hold">
                            <p:stCondLst>
                              <p:cond delay="0"/>
                            </p:stCondLst>
                            <p:childTnLst>
                              <p:par>
                                <p:cTn id="275" presetID="10" presetClass="entr" presetSubtype="0" fill="hold" grpId="0" nodeType="clickEffect">
                                  <p:stCondLst>
                                    <p:cond delay="0"/>
                                  </p:stCondLst>
                                  <p:childTnLst>
                                    <p:set>
                                      <p:cBhvr>
                                        <p:cTn id="276" dur="1" fill="hold">
                                          <p:stCondLst>
                                            <p:cond delay="0"/>
                                          </p:stCondLst>
                                        </p:cTn>
                                        <p:tgtEl>
                                          <p:spTgt spid="104"/>
                                        </p:tgtEl>
                                        <p:attrNameLst>
                                          <p:attrName>style.visibility</p:attrName>
                                        </p:attrNameLst>
                                      </p:cBhvr>
                                      <p:to>
                                        <p:strVal val="visible"/>
                                      </p:to>
                                    </p:set>
                                    <p:animEffect transition="in" filter="fade">
                                      <p:cBhvr>
                                        <p:cTn id="277" dur="500"/>
                                        <p:tgtEl>
                                          <p:spTgt spid="104"/>
                                        </p:tgtEl>
                                      </p:cBhvr>
                                    </p:animEffect>
                                  </p:childTnLst>
                                </p:cTn>
                              </p:par>
                              <p:par>
                                <p:cTn id="278" presetID="10" presetClass="entr" presetSubtype="0" fill="hold" nodeType="withEffect">
                                  <p:stCondLst>
                                    <p:cond delay="0"/>
                                  </p:stCondLst>
                                  <p:childTnLst>
                                    <p:set>
                                      <p:cBhvr>
                                        <p:cTn id="279" dur="1" fill="hold">
                                          <p:stCondLst>
                                            <p:cond delay="0"/>
                                          </p:stCondLst>
                                        </p:cTn>
                                        <p:tgtEl>
                                          <p:spTgt spid="106"/>
                                        </p:tgtEl>
                                        <p:attrNameLst>
                                          <p:attrName>style.visibility</p:attrName>
                                        </p:attrNameLst>
                                      </p:cBhvr>
                                      <p:to>
                                        <p:strVal val="visible"/>
                                      </p:to>
                                    </p:set>
                                    <p:animEffect transition="in" filter="fade">
                                      <p:cBhvr>
                                        <p:cTn id="280" dur="500"/>
                                        <p:tgtEl>
                                          <p:spTgt spid="106"/>
                                        </p:tgtEl>
                                      </p:cBhvr>
                                    </p:animEffect>
                                  </p:childTnLst>
                                </p:cTn>
                              </p:par>
                              <p:par>
                                <p:cTn id="281" presetID="10" presetClass="entr" presetSubtype="0" fill="hold" nodeType="withEffect">
                                  <p:stCondLst>
                                    <p:cond delay="0"/>
                                  </p:stCondLst>
                                  <p:childTnLst>
                                    <p:set>
                                      <p:cBhvr>
                                        <p:cTn id="282" dur="1" fill="hold">
                                          <p:stCondLst>
                                            <p:cond delay="0"/>
                                          </p:stCondLst>
                                        </p:cTn>
                                        <p:tgtEl>
                                          <p:spTgt spid="99"/>
                                        </p:tgtEl>
                                        <p:attrNameLst>
                                          <p:attrName>style.visibility</p:attrName>
                                        </p:attrNameLst>
                                      </p:cBhvr>
                                      <p:to>
                                        <p:strVal val="visible"/>
                                      </p:to>
                                    </p:set>
                                    <p:animEffect transition="in" filter="fade">
                                      <p:cBhvr>
                                        <p:cTn id="283" dur="500"/>
                                        <p:tgtEl>
                                          <p:spTgt spid="99"/>
                                        </p:tgtEl>
                                      </p:cBhvr>
                                    </p:animEffect>
                                  </p:childTnLst>
                                </p:cTn>
                              </p:par>
                              <p:par>
                                <p:cTn id="284" presetID="10" presetClass="entr" presetSubtype="0" fill="hold" nodeType="withEffect">
                                  <p:stCondLst>
                                    <p:cond delay="0"/>
                                  </p:stCondLst>
                                  <p:childTnLst>
                                    <p:set>
                                      <p:cBhvr>
                                        <p:cTn id="285" dur="1" fill="hold">
                                          <p:stCondLst>
                                            <p:cond delay="0"/>
                                          </p:stCondLst>
                                        </p:cTn>
                                        <p:tgtEl>
                                          <p:spTgt spid="102"/>
                                        </p:tgtEl>
                                        <p:attrNameLst>
                                          <p:attrName>style.visibility</p:attrName>
                                        </p:attrNameLst>
                                      </p:cBhvr>
                                      <p:to>
                                        <p:strVal val="visible"/>
                                      </p:to>
                                    </p:set>
                                    <p:animEffect transition="in" filter="fade">
                                      <p:cBhvr>
                                        <p:cTn id="286" dur="500"/>
                                        <p:tgtEl>
                                          <p:spTgt spid="102"/>
                                        </p:tgtEl>
                                      </p:cBhvr>
                                    </p:animEffect>
                                  </p:childTnLst>
                                </p:cTn>
                              </p:par>
                              <p:par>
                                <p:cTn id="287" presetID="10" presetClass="entr" presetSubtype="0" fill="hold" nodeType="withEffect">
                                  <p:stCondLst>
                                    <p:cond delay="0"/>
                                  </p:stCondLst>
                                  <p:childTnLst>
                                    <p:set>
                                      <p:cBhvr>
                                        <p:cTn id="288" dur="1" fill="hold">
                                          <p:stCondLst>
                                            <p:cond delay="0"/>
                                          </p:stCondLst>
                                        </p:cTn>
                                        <p:tgtEl>
                                          <p:spTgt spid="103"/>
                                        </p:tgtEl>
                                        <p:attrNameLst>
                                          <p:attrName>style.visibility</p:attrName>
                                        </p:attrNameLst>
                                      </p:cBhvr>
                                      <p:to>
                                        <p:strVal val="visible"/>
                                      </p:to>
                                    </p:set>
                                    <p:animEffect transition="in" filter="fade">
                                      <p:cBhvr>
                                        <p:cTn id="289" dur="500"/>
                                        <p:tgtEl>
                                          <p:spTgt spid="103"/>
                                        </p:tgtEl>
                                      </p:cBhvr>
                                    </p:animEffect>
                                  </p:childTnLst>
                                </p:cTn>
                              </p:par>
                              <p:par>
                                <p:cTn id="290" presetID="10" presetClass="entr" presetSubtype="0" fill="hold" nodeType="withEffect">
                                  <p:stCondLst>
                                    <p:cond delay="0"/>
                                  </p:stCondLst>
                                  <p:childTnLst>
                                    <p:set>
                                      <p:cBhvr>
                                        <p:cTn id="291" dur="1" fill="hold">
                                          <p:stCondLst>
                                            <p:cond delay="0"/>
                                          </p:stCondLst>
                                        </p:cTn>
                                        <p:tgtEl>
                                          <p:spTgt spid="107"/>
                                        </p:tgtEl>
                                        <p:attrNameLst>
                                          <p:attrName>style.visibility</p:attrName>
                                        </p:attrNameLst>
                                      </p:cBhvr>
                                      <p:to>
                                        <p:strVal val="visible"/>
                                      </p:to>
                                    </p:set>
                                    <p:animEffect transition="in" filter="fade">
                                      <p:cBhvr>
                                        <p:cTn id="292" dur="500"/>
                                        <p:tgtEl>
                                          <p:spTgt spid="107"/>
                                        </p:tgtEl>
                                      </p:cBhvr>
                                    </p:animEffect>
                                  </p:childTnLst>
                                </p:cTn>
                              </p:par>
                              <p:par>
                                <p:cTn id="293" presetID="10" presetClass="entr" presetSubtype="0" fill="hold" nodeType="withEffect">
                                  <p:stCondLst>
                                    <p:cond delay="0"/>
                                  </p:stCondLst>
                                  <p:childTnLst>
                                    <p:set>
                                      <p:cBhvr>
                                        <p:cTn id="294" dur="1" fill="hold">
                                          <p:stCondLst>
                                            <p:cond delay="0"/>
                                          </p:stCondLst>
                                        </p:cTn>
                                        <p:tgtEl>
                                          <p:spTgt spid="100"/>
                                        </p:tgtEl>
                                        <p:attrNameLst>
                                          <p:attrName>style.visibility</p:attrName>
                                        </p:attrNameLst>
                                      </p:cBhvr>
                                      <p:to>
                                        <p:strVal val="visible"/>
                                      </p:to>
                                    </p:set>
                                    <p:animEffect transition="in" filter="fade">
                                      <p:cBhvr>
                                        <p:cTn id="295" dur="500"/>
                                        <p:tgtEl>
                                          <p:spTgt spid="100"/>
                                        </p:tgtEl>
                                      </p:cBhvr>
                                    </p:animEffect>
                                  </p:childTnLst>
                                </p:cTn>
                              </p:par>
                              <p:par>
                                <p:cTn id="296" presetID="10" presetClass="entr" presetSubtype="0" fill="hold" nodeType="withEffect">
                                  <p:stCondLst>
                                    <p:cond delay="0"/>
                                  </p:stCondLst>
                                  <p:childTnLst>
                                    <p:set>
                                      <p:cBhvr>
                                        <p:cTn id="297" dur="1" fill="hold">
                                          <p:stCondLst>
                                            <p:cond delay="0"/>
                                          </p:stCondLst>
                                        </p:cTn>
                                        <p:tgtEl>
                                          <p:spTgt spid="36"/>
                                        </p:tgtEl>
                                        <p:attrNameLst>
                                          <p:attrName>style.visibility</p:attrName>
                                        </p:attrNameLst>
                                      </p:cBhvr>
                                      <p:to>
                                        <p:strVal val="visible"/>
                                      </p:to>
                                    </p:set>
                                    <p:animEffect transition="in" filter="fade">
                                      <p:cBhvr>
                                        <p:cTn id="298" dur="500"/>
                                        <p:tgtEl>
                                          <p:spTgt spid="36"/>
                                        </p:tgtEl>
                                      </p:cBhvr>
                                    </p:animEffect>
                                  </p:childTnLst>
                                </p:cTn>
                              </p:par>
                              <p:par>
                                <p:cTn id="299" presetID="10" presetClass="entr" presetSubtype="0" fill="hold" nodeType="withEffect">
                                  <p:stCondLst>
                                    <p:cond delay="0"/>
                                  </p:stCondLst>
                                  <p:childTnLst>
                                    <p:set>
                                      <p:cBhvr>
                                        <p:cTn id="300" dur="1" fill="hold">
                                          <p:stCondLst>
                                            <p:cond delay="0"/>
                                          </p:stCondLst>
                                        </p:cTn>
                                        <p:tgtEl>
                                          <p:spTgt spid="97"/>
                                        </p:tgtEl>
                                        <p:attrNameLst>
                                          <p:attrName>style.visibility</p:attrName>
                                        </p:attrNameLst>
                                      </p:cBhvr>
                                      <p:to>
                                        <p:strVal val="visible"/>
                                      </p:to>
                                    </p:set>
                                    <p:animEffect transition="in" filter="fade">
                                      <p:cBhvr>
                                        <p:cTn id="301" dur="500"/>
                                        <p:tgtEl>
                                          <p:spTgt spid="97"/>
                                        </p:tgtEl>
                                      </p:cBhvr>
                                    </p:animEffect>
                                  </p:childTnLst>
                                </p:cTn>
                              </p:par>
                              <p:par>
                                <p:cTn id="302" presetID="10" presetClass="entr" presetSubtype="0" fill="hold" nodeType="withEffect">
                                  <p:stCondLst>
                                    <p:cond delay="0"/>
                                  </p:stCondLst>
                                  <p:childTnLst>
                                    <p:set>
                                      <p:cBhvr>
                                        <p:cTn id="303" dur="1" fill="hold">
                                          <p:stCondLst>
                                            <p:cond delay="0"/>
                                          </p:stCondLst>
                                        </p:cTn>
                                        <p:tgtEl>
                                          <p:spTgt spid="105"/>
                                        </p:tgtEl>
                                        <p:attrNameLst>
                                          <p:attrName>style.visibility</p:attrName>
                                        </p:attrNameLst>
                                      </p:cBhvr>
                                      <p:to>
                                        <p:strVal val="visible"/>
                                      </p:to>
                                    </p:set>
                                    <p:animEffect transition="in" filter="fade">
                                      <p:cBhvr>
                                        <p:cTn id="304" dur="500"/>
                                        <p:tgtEl>
                                          <p:spTgt spid="105"/>
                                        </p:tgtEl>
                                      </p:cBhvr>
                                    </p:animEffect>
                                  </p:childTnLst>
                                </p:cTn>
                              </p:par>
                              <p:par>
                                <p:cTn id="305" presetID="10" presetClass="entr" presetSubtype="0" fill="hold" nodeType="withEffect">
                                  <p:stCondLst>
                                    <p:cond delay="0"/>
                                  </p:stCondLst>
                                  <p:childTnLst>
                                    <p:set>
                                      <p:cBhvr>
                                        <p:cTn id="306" dur="1" fill="hold">
                                          <p:stCondLst>
                                            <p:cond delay="0"/>
                                          </p:stCondLst>
                                        </p:cTn>
                                        <p:tgtEl>
                                          <p:spTgt spid="109"/>
                                        </p:tgtEl>
                                        <p:attrNameLst>
                                          <p:attrName>style.visibility</p:attrName>
                                        </p:attrNameLst>
                                      </p:cBhvr>
                                      <p:to>
                                        <p:strVal val="visible"/>
                                      </p:to>
                                    </p:set>
                                    <p:animEffect transition="in" filter="fade">
                                      <p:cBhvr>
                                        <p:cTn id="307" dur="500"/>
                                        <p:tgtEl>
                                          <p:spTgt spid="109"/>
                                        </p:tgtEl>
                                      </p:cBhvr>
                                    </p:animEffect>
                                  </p:childTnLst>
                                </p:cTn>
                              </p:par>
                              <p:par>
                                <p:cTn id="308" presetID="10" presetClass="entr" presetSubtype="0" fill="hold" nodeType="withEffect">
                                  <p:stCondLst>
                                    <p:cond delay="0"/>
                                  </p:stCondLst>
                                  <p:childTnLst>
                                    <p:set>
                                      <p:cBhvr>
                                        <p:cTn id="309" dur="1" fill="hold">
                                          <p:stCondLst>
                                            <p:cond delay="0"/>
                                          </p:stCondLst>
                                        </p:cTn>
                                        <p:tgtEl>
                                          <p:spTgt spid="108"/>
                                        </p:tgtEl>
                                        <p:attrNameLst>
                                          <p:attrName>style.visibility</p:attrName>
                                        </p:attrNameLst>
                                      </p:cBhvr>
                                      <p:to>
                                        <p:strVal val="visible"/>
                                      </p:to>
                                    </p:set>
                                    <p:animEffect transition="in" filter="fade">
                                      <p:cBhvr>
                                        <p:cTn id="310" dur="500"/>
                                        <p:tgtEl>
                                          <p:spTgt spid="108"/>
                                        </p:tgtEl>
                                      </p:cBhvr>
                                    </p:animEffect>
                                  </p:childTnLst>
                                </p:cTn>
                              </p:par>
                              <p:par>
                                <p:cTn id="311" presetID="10" presetClass="entr" presetSubtype="0" fill="hold" nodeType="withEffect">
                                  <p:stCondLst>
                                    <p:cond delay="0"/>
                                  </p:stCondLst>
                                  <p:childTnLst>
                                    <p:set>
                                      <p:cBhvr>
                                        <p:cTn id="312" dur="1" fill="hold">
                                          <p:stCondLst>
                                            <p:cond delay="0"/>
                                          </p:stCondLst>
                                        </p:cTn>
                                        <p:tgtEl>
                                          <p:spTgt spid="110"/>
                                        </p:tgtEl>
                                        <p:attrNameLst>
                                          <p:attrName>style.visibility</p:attrName>
                                        </p:attrNameLst>
                                      </p:cBhvr>
                                      <p:to>
                                        <p:strVal val="visible"/>
                                      </p:to>
                                    </p:set>
                                    <p:animEffect transition="in" filter="fade">
                                      <p:cBhvr>
                                        <p:cTn id="313" dur="500"/>
                                        <p:tgtEl>
                                          <p:spTgt spid="110"/>
                                        </p:tgtEl>
                                      </p:cBhvr>
                                    </p:animEffect>
                                  </p:childTnLst>
                                </p:cTn>
                              </p:par>
                              <p:par>
                                <p:cTn id="314" presetID="10" presetClass="entr" presetSubtype="0" fill="hold" nodeType="withEffect">
                                  <p:stCondLst>
                                    <p:cond delay="0"/>
                                  </p:stCondLst>
                                  <p:childTnLst>
                                    <p:set>
                                      <p:cBhvr>
                                        <p:cTn id="315" dur="1" fill="hold">
                                          <p:stCondLst>
                                            <p:cond delay="0"/>
                                          </p:stCondLst>
                                        </p:cTn>
                                        <p:tgtEl>
                                          <p:spTgt spid="101"/>
                                        </p:tgtEl>
                                        <p:attrNameLst>
                                          <p:attrName>style.visibility</p:attrName>
                                        </p:attrNameLst>
                                      </p:cBhvr>
                                      <p:to>
                                        <p:strVal val="visible"/>
                                      </p:to>
                                    </p:set>
                                    <p:animEffect transition="in" filter="fade">
                                      <p:cBhvr>
                                        <p:cTn id="316" dur="500"/>
                                        <p:tgtEl>
                                          <p:spTgt spid="101"/>
                                        </p:tgtEl>
                                      </p:cBhvr>
                                    </p:animEffect>
                                  </p:childTnLst>
                                </p:cTn>
                              </p:par>
                              <p:par>
                                <p:cTn id="317" presetID="10" presetClass="entr" presetSubtype="0" fill="hold" nodeType="withEffect">
                                  <p:stCondLst>
                                    <p:cond delay="0"/>
                                  </p:stCondLst>
                                  <p:childTnLst>
                                    <p:set>
                                      <p:cBhvr>
                                        <p:cTn id="318" dur="1" fill="hold">
                                          <p:stCondLst>
                                            <p:cond delay="0"/>
                                          </p:stCondLst>
                                        </p:cTn>
                                        <p:tgtEl>
                                          <p:spTgt spid="98"/>
                                        </p:tgtEl>
                                        <p:attrNameLst>
                                          <p:attrName>style.visibility</p:attrName>
                                        </p:attrNameLst>
                                      </p:cBhvr>
                                      <p:to>
                                        <p:strVal val="visible"/>
                                      </p:to>
                                    </p:set>
                                    <p:animEffect transition="in" filter="fade">
                                      <p:cBhvr>
                                        <p:cTn id="319" dur="500"/>
                                        <p:tgtEl>
                                          <p:spTgt spid="98"/>
                                        </p:tgtEl>
                                      </p:cBhvr>
                                    </p:animEffect>
                                  </p:childTnLst>
                                </p:cTn>
                              </p:par>
                              <p:par>
                                <p:cTn id="320" presetID="22" presetClass="entr" presetSubtype="1" fill="hold" grpId="0" nodeType="withEffect">
                                  <p:stCondLst>
                                    <p:cond delay="0"/>
                                  </p:stCondLst>
                                  <p:childTnLst>
                                    <p:set>
                                      <p:cBhvr>
                                        <p:cTn id="321" dur="1" fill="hold">
                                          <p:stCondLst>
                                            <p:cond delay="0"/>
                                          </p:stCondLst>
                                        </p:cTn>
                                        <p:tgtEl>
                                          <p:spTgt spid="2"/>
                                        </p:tgtEl>
                                        <p:attrNameLst>
                                          <p:attrName>style.visibility</p:attrName>
                                        </p:attrNameLst>
                                      </p:cBhvr>
                                      <p:to>
                                        <p:strVal val="visible"/>
                                      </p:to>
                                    </p:set>
                                    <p:animEffect transition="in" filter="wipe(up)">
                                      <p:cBhvr>
                                        <p:cTn id="322" dur="500"/>
                                        <p:tgtEl>
                                          <p:spTgt spid="2"/>
                                        </p:tgtEl>
                                      </p:cBhvr>
                                    </p:animEffect>
                                  </p:childTnLst>
                                </p:cTn>
                              </p:par>
                              <p:par>
                                <p:cTn id="323" presetID="22" presetClass="entr" presetSubtype="1" fill="hold" nodeType="withEffect">
                                  <p:stCondLst>
                                    <p:cond delay="0"/>
                                  </p:stCondLst>
                                  <p:childTnLst>
                                    <p:set>
                                      <p:cBhvr>
                                        <p:cTn id="324" dur="1" fill="hold">
                                          <p:stCondLst>
                                            <p:cond delay="0"/>
                                          </p:stCondLst>
                                        </p:cTn>
                                        <p:tgtEl>
                                          <p:spTgt spid="4"/>
                                        </p:tgtEl>
                                        <p:attrNameLst>
                                          <p:attrName>style.visibility</p:attrName>
                                        </p:attrNameLst>
                                      </p:cBhvr>
                                      <p:to>
                                        <p:strVal val="visible"/>
                                      </p:to>
                                    </p:set>
                                    <p:animEffect transition="in" filter="wipe(up)">
                                      <p:cBhvr>
                                        <p:cTn id="325" dur="500"/>
                                        <p:tgtEl>
                                          <p:spTgt spid="4"/>
                                        </p:tgtEl>
                                      </p:cBhvr>
                                    </p:animEffect>
                                  </p:childTnLst>
                                </p:cTn>
                              </p:par>
                              <p:par>
                                <p:cTn id="326" presetID="22" presetClass="entr" presetSubtype="1" fill="hold" nodeType="withEffect">
                                  <p:stCondLst>
                                    <p:cond delay="0"/>
                                  </p:stCondLst>
                                  <p:childTnLst>
                                    <p:set>
                                      <p:cBhvr>
                                        <p:cTn id="327" dur="1" fill="hold">
                                          <p:stCondLst>
                                            <p:cond delay="0"/>
                                          </p:stCondLst>
                                        </p:cTn>
                                        <p:tgtEl>
                                          <p:spTgt spid="123"/>
                                        </p:tgtEl>
                                        <p:attrNameLst>
                                          <p:attrName>style.visibility</p:attrName>
                                        </p:attrNameLst>
                                      </p:cBhvr>
                                      <p:to>
                                        <p:strVal val="visible"/>
                                      </p:to>
                                    </p:set>
                                    <p:animEffect transition="in" filter="wipe(up)">
                                      <p:cBhvr>
                                        <p:cTn id="328" dur="500"/>
                                        <p:tgtEl>
                                          <p:spTgt spid="123"/>
                                        </p:tgtEl>
                                      </p:cBhvr>
                                    </p:animEffect>
                                  </p:childTnLst>
                                </p:cTn>
                              </p:par>
                              <p:par>
                                <p:cTn id="329" presetID="22" presetClass="entr" presetSubtype="1" fill="hold" grpId="0" nodeType="withEffect">
                                  <p:stCondLst>
                                    <p:cond delay="0"/>
                                  </p:stCondLst>
                                  <p:childTnLst>
                                    <p:set>
                                      <p:cBhvr>
                                        <p:cTn id="330" dur="1" fill="hold">
                                          <p:stCondLst>
                                            <p:cond delay="0"/>
                                          </p:stCondLst>
                                        </p:cTn>
                                        <p:tgtEl>
                                          <p:spTgt spid="126"/>
                                        </p:tgtEl>
                                        <p:attrNameLst>
                                          <p:attrName>style.visibility</p:attrName>
                                        </p:attrNameLst>
                                      </p:cBhvr>
                                      <p:to>
                                        <p:strVal val="visible"/>
                                      </p:to>
                                    </p:set>
                                    <p:animEffect transition="in" filter="wipe(up)">
                                      <p:cBhvr>
                                        <p:cTn id="331" dur="500"/>
                                        <p:tgtEl>
                                          <p:spTgt spid="126"/>
                                        </p:tgtEl>
                                      </p:cBhvr>
                                    </p:animEffect>
                                  </p:childTnLst>
                                </p:cTn>
                              </p:par>
                              <p:par>
                                <p:cTn id="332" presetID="22" presetClass="entr" presetSubtype="1" fill="hold" nodeType="withEffect">
                                  <p:stCondLst>
                                    <p:cond delay="0"/>
                                  </p:stCondLst>
                                  <p:childTnLst>
                                    <p:set>
                                      <p:cBhvr>
                                        <p:cTn id="333" dur="1" fill="hold">
                                          <p:stCondLst>
                                            <p:cond delay="0"/>
                                          </p:stCondLst>
                                        </p:cTn>
                                        <p:tgtEl>
                                          <p:spTgt spid="133"/>
                                        </p:tgtEl>
                                        <p:attrNameLst>
                                          <p:attrName>style.visibility</p:attrName>
                                        </p:attrNameLst>
                                      </p:cBhvr>
                                      <p:to>
                                        <p:strVal val="visible"/>
                                      </p:to>
                                    </p:set>
                                    <p:animEffect transition="in" filter="wipe(up)">
                                      <p:cBhvr>
                                        <p:cTn id="334" dur="5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22" grpId="0"/>
      <p:bldP spid="23" grpId="0"/>
      <p:bldP spid="28" grpId="0"/>
      <p:bldP spid="29" grpId="0"/>
      <p:bldP spid="31" grpId="0"/>
      <p:bldP spid="32" grpId="0"/>
      <p:bldP spid="35" grpId="0"/>
      <p:bldP spid="37" grpId="0"/>
      <p:bldP spid="38" grpId="0"/>
      <p:bldP spid="40" grpId="0"/>
      <p:bldP spid="41" grpId="0"/>
      <p:bldP spid="45" grpId="0"/>
      <p:bldP spid="48" grpId="0"/>
      <p:bldP spid="53" grpId="0"/>
      <p:bldP spid="54" grpId="0"/>
      <p:bldP spid="56" grpId="0"/>
      <p:bldP spid="57" grpId="0"/>
      <p:bldP spid="60" grpId="0" animBg="1"/>
      <p:bldP spid="63" grpId="0"/>
      <p:bldP spid="67" grpId="0"/>
      <p:bldP spid="70" grpId="0"/>
      <p:bldP spid="72" grpId="0"/>
      <p:bldP spid="73" grpId="0"/>
      <p:bldP spid="74" grpId="0"/>
      <p:bldP spid="75" grpId="0"/>
      <p:bldP spid="77" grpId="0"/>
      <p:bldP spid="78" grpId="0"/>
      <p:bldP spid="84" grpId="0" animBg="1"/>
      <p:bldP spid="87" grpId="0"/>
      <p:bldP spid="89" grpId="0"/>
      <p:bldP spid="91" grpId="0"/>
      <p:bldP spid="93" grpId="0"/>
      <p:bldP spid="94" grpId="0"/>
      <p:bldP spid="95" grpId="0"/>
      <p:bldP spid="96" grpId="0"/>
      <p:bldP spid="104" grpId="0" animBg="1"/>
      <p:bldP spid="111" grpId="0"/>
      <p:bldP spid="112" grpId="0"/>
      <p:bldP spid="114" grpId="0"/>
      <p:bldP spid="116" grpId="0"/>
      <p:bldP spid="8" grpId="0"/>
      <p:bldP spid="2" grpId="0"/>
      <p:bldP spid="12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276C48DB-C978-27DE-20E8-704C361DFBFA}"/>
              </a:ext>
            </a:extLst>
          </p:cNvPr>
          <p:cNvSpPr>
            <a:spLocks noGrp="1"/>
          </p:cNvSpPr>
          <p:nvPr>
            <p:ph type="title"/>
          </p:nvPr>
        </p:nvSpPr>
        <p:spPr/>
        <p:txBody>
          <a:bodyPr>
            <a:normAutofit fontScale="90000"/>
          </a:bodyPr>
          <a:lstStyle/>
          <a:p>
            <a:r>
              <a:rPr lang="fr-FR" dirty="0"/>
              <a:t>Zoom sur le périmètre du [Règlement IA]</a:t>
            </a:r>
          </a:p>
        </p:txBody>
      </p:sp>
      <p:sp>
        <p:nvSpPr>
          <p:cNvPr id="3" name="Espace réservé du contenu 2">
            <a:extLst>
              <a:ext uri="{FF2B5EF4-FFF2-40B4-BE49-F238E27FC236}">
                <a16:creationId xmlns:a16="http://schemas.microsoft.com/office/drawing/2014/main" id="{5D8C95F3-5BC9-70A3-408D-A5E9D5893362}"/>
              </a:ext>
            </a:extLst>
          </p:cNvPr>
          <p:cNvSpPr>
            <a:spLocks noGrp="1"/>
          </p:cNvSpPr>
          <p:nvPr>
            <p:ph idx="1"/>
          </p:nvPr>
        </p:nvSpPr>
        <p:spPr>
          <a:xfrm>
            <a:off x="2783840" y="1825625"/>
            <a:ext cx="9052560" cy="4351338"/>
          </a:xfrm>
        </p:spPr>
        <p:txBody>
          <a:bodyPr>
            <a:normAutofit fontScale="92500" lnSpcReduction="20000"/>
          </a:bodyPr>
          <a:lstStyle/>
          <a:p>
            <a:r>
              <a:rPr lang="fr-FR" dirty="0"/>
              <a:t>En apparence, le </a:t>
            </a:r>
            <a:r>
              <a:rPr lang="fr-FR" b="1" dirty="0"/>
              <a:t>périmètre</a:t>
            </a:r>
            <a:r>
              <a:rPr lang="fr-FR" dirty="0"/>
              <a:t> de gestion des risques du [Règlement IA] peut sembler </a:t>
            </a:r>
            <a:r>
              <a:rPr lang="fr-FR" b="1" dirty="0"/>
              <a:t>limité</a:t>
            </a:r>
            <a:r>
              <a:rPr lang="fr-FR" dirty="0"/>
              <a:t> à "</a:t>
            </a:r>
            <a:r>
              <a:rPr lang="fr-FR" i="1" dirty="0"/>
              <a:t>la santé, la sécurité et les droits fondamentaux</a:t>
            </a:r>
            <a:r>
              <a:rPr lang="fr-FR" dirty="0"/>
              <a:t>"</a:t>
            </a:r>
          </a:p>
          <a:p>
            <a:r>
              <a:rPr lang="fr-FR" dirty="0"/>
              <a:t>Or, les seules </a:t>
            </a:r>
            <a:r>
              <a:rPr lang="fr-FR" b="1" dirty="0"/>
              <a:t>formulations</a:t>
            </a:r>
            <a:r>
              <a:rPr lang="fr-FR" dirty="0"/>
              <a:t> "</a:t>
            </a:r>
            <a:r>
              <a:rPr lang="fr-FR" i="1" dirty="0"/>
              <a:t>santé</a:t>
            </a:r>
            <a:r>
              <a:rPr lang="fr-FR" dirty="0"/>
              <a:t>", "</a:t>
            </a:r>
            <a:r>
              <a:rPr lang="fr-FR" i="1" dirty="0"/>
              <a:t>sécurité</a:t>
            </a:r>
            <a:r>
              <a:rPr lang="fr-FR" dirty="0"/>
              <a:t>" et "</a:t>
            </a:r>
            <a:r>
              <a:rPr lang="fr-FR" i="1" dirty="0"/>
              <a:t>droits fondamentaux</a:t>
            </a:r>
            <a:r>
              <a:rPr lang="fr-FR" dirty="0"/>
              <a:t>" </a:t>
            </a:r>
            <a:r>
              <a:rPr lang="fr-FR" b="1" dirty="0"/>
              <a:t>mélangent</a:t>
            </a:r>
            <a:r>
              <a:rPr lang="fr-FR" dirty="0"/>
              <a:t> des domaines de compétences, des causes et des conséquences</a:t>
            </a:r>
          </a:p>
          <a:p>
            <a:r>
              <a:rPr lang="fr-FR" dirty="0"/>
              <a:t>Qui plus est, ces </a:t>
            </a:r>
            <a:r>
              <a:rPr lang="fr-FR" b="1" dirty="0"/>
              <a:t>formulations</a:t>
            </a:r>
            <a:r>
              <a:rPr lang="fr-FR" dirty="0"/>
              <a:t> sont :</a:t>
            </a:r>
          </a:p>
          <a:p>
            <a:pPr lvl="1"/>
            <a:r>
              <a:rPr lang="fr-FR" b="1" dirty="0"/>
              <a:t>ambigües</a:t>
            </a:r>
            <a:r>
              <a:rPr lang="fr-FR" dirty="0"/>
              <a:t>, ex : traduction maladroite en "</a:t>
            </a:r>
            <a:r>
              <a:rPr lang="fr-FR" i="1" dirty="0"/>
              <a:t>sécurité</a:t>
            </a:r>
            <a:r>
              <a:rPr lang="fr-FR" dirty="0"/>
              <a:t>" au lieu de "sûreté" ;</a:t>
            </a:r>
          </a:p>
          <a:p>
            <a:pPr lvl="1"/>
            <a:r>
              <a:rPr lang="fr-FR" b="1" dirty="0"/>
              <a:t>redondantes</a:t>
            </a:r>
            <a:r>
              <a:rPr lang="fr-FR" dirty="0"/>
              <a:t>, ex : les conséquences considérées liées à santé et sécurité se recouvrent ;</a:t>
            </a:r>
          </a:p>
          <a:p>
            <a:pPr lvl="1"/>
            <a:r>
              <a:rPr lang="fr-FR" b="1" dirty="0"/>
              <a:t>incomplètes</a:t>
            </a:r>
            <a:r>
              <a:rPr lang="fr-FR" dirty="0"/>
              <a:t> : des défauts d'accessibilité peuvent engendrer des conséquences sur les "</a:t>
            </a:r>
            <a:r>
              <a:rPr lang="fr-FR" i="1" dirty="0"/>
              <a:t>droits fondamentaux</a:t>
            </a:r>
            <a:r>
              <a:rPr lang="fr-FR" dirty="0"/>
              <a:t>", des risques de sécurité de l'information peuvent engendrer des conséquences sur "</a:t>
            </a:r>
            <a:r>
              <a:rPr lang="fr-FR" i="1" dirty="0"/>
              <a:t>la santé, la sécurité ou les droits fondamentaux</a:t>
            </a:r>
            <a:r>
              <a:rPr lang="fr-FR" dirty="0"/>
              <a:t>", etc.</a:t>
            </a:r>
          </a:p>
        </p:txBody>
      </p:sp>
      <p:sp>
        <p:nvSpPr>
          <p:cNvPr id="6" name="Espace réservé du pied de page 5">
            <a:extLst>
              <a:ext uri="{FF2B5EF4-FFF2-40B4-BE49-F238E27FC236}">
                <a16:creationId xmlns:a16="http://schemas.microsoft.com/office/drawing/2014/main" id="{C454A29B-18C7-F2C3-2F09-E9638047E6A7}"/>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7" name="Espace réservé du numéro de diapositive 6">
            <a:extLst>
              <a:ext uri="{FF2B5EF4-FFF2-40B4-BE49-F238E27FC236}">
                <a16:creationId xmlns:a16="http://schemas.microsoft.com/office/drawing/2014/main" id="{9E60398B-91C5-1F87-0683-EFFB50FF21D8}"/>
              </a:ext>
            </a:extLst>
          </p:cNvPr>
          <p:cNvSpPr>
            <a:spLocks noGrp="1"/>
          </p:cNvSpPr>
          <p:nvPr>
            <p:ph type="sldNum" sz="quarter" idx="12"/>
          </p:nvPr>
        </p:nvSpPr>
        <p:spPr/>
        <p:txBody>
          <a:bodyPr/>
          <a:lstStyle/>
          <a:p>
            <a:pPr rtl="0"/>
            <a:fld id="{294A09A9-5501-47C1-A89A-A340965A2BE2}" type="slidenum">
              <a:rPr lang="fr-FR" noProof="0" smtClean="0"/>
              <a:t>7</a:t>
            </a:fld>
            <a:endParaRPr lang="fr-FR" noProof="0"/>
          </a:p>
        </p:txBody>
      </p:sp>
      <p:sp>
        <p:nvSpPr>
          <p:cNvPr id="5" name="Espace réservé de la date 4">
            <a:extLst>
              <a:ext uri="{FF2B5EF4-FFF2-40B4-BE49-F238E27FC236}">
                <a16:creationId xmlns:a16="http://schemas.microsoft.com/office/drawing/2014/main" id="{57D8A16A-A303-BA23-A45B-C7B7C516A9EF}"/>
              </a:ext>
            </a:extLst>
          </p:cNvPr>
          <p:cNvSpPr>
            <a:spLocks noGrp="1"/>
          </p:cNvSpPr>
          <p:nvPr>
            <p:ph type="dt" sz="half" idx="10"/>
          </p:nvPr>
        </p:nvSpPr>
        <p:spPr/>
        <p:txBody>
          <a:bodyPr/>
          <a:lstStyle/>
          <a:p>
            <a:pPr rtl="0"/>
            <a:r>
              <a:rPr lang="fr-FR" noProof="0"/>
              <a:t>16/04/2026</a:t>
            </a:r>
          </a:p>
        </p:txBody>
      </p:sp>
      <p:sp>
        <p:nvSpPr>
          <p:cNvPr id="10" name="Espace réservé du texte 9">
            <a:extLst>
              <a:ext uri="{FF2B5EF4-FFF2-40B4-BE49-F238E27FC236}">
                <a16:creationId xmlns:a16="http://schemas.microsoft.com/office/drawing/2014/main" id="{B6B36BF9-5735-516D-743B-5AAF2472C26B}"/>
              </a:ext>
            </a:extLst>
          </p:cNvPr>
          <p:cNvSpPr>
            <a:spLocks noGrp="1"/>
          </p:cNvSpPr>
          <p:nvPr>
            <p:ph type="body" sz="quarter" idx="13"/>
          </p:nvPr>
        </p:nvSpPr>
        <p:spPr/>
        <p:txBody>
          <a:bodyPr/>
          <a:lstStyle/>
          <a:p>
            <a:r>
              <a:rPr lang="fr-FR" dirty="0"/>
              <a:t>Des méprises possibles</a:t>
            </a:r>
          </a:p>
        </p:txBody>
      </p:sp>
      <p:pic>
        <p:nvPicPr>
          <p:cNvPr id="4" name="Image 3" descr="Une image contenant texte, capture d’écran, document, Police&#10;&#10;Le contenu généré par l’IA peut être incorrect.">
            <a:extLst>
              <a:ext uri="{FF2B5EF4-FFF2-40B4-BE49-F238E27FC236}">
                <a16:creationId xmlns:a16="http://schemas.microsoft.com/office/drawing/2014/main" id="{C2AD90E3-F322-66B3-2D71-F4941D8DB911}"/>
              </a:ext>
            </a:extLst>
          </p:cNvPr>
          <p:cNvPicPr>
            <a:picLocks noChangeAspect="1"/>
          </p:cNvPicPr>
          <p:nvPr/>
        </p:nvPicPr>
        <p:blipFill>
          <a:blip r:embed="rId2"/>
          <a:stretch>
            <a:fillRect/>
          </a:stretch>
        </p:blipFill>
        <p:spPr>
          <a:xfrm>
            <a:off x="264629" y="2123758"/>
            <a:ext cx="2397457" cy="345197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39295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6B1DD-1CA8-7127-18AC-05242593613D}"/>
            </a:ext>
          </a:extLst>
        </p:cNvPr>
        <p:cNvGrpSpPr/>
        <p:nvPr/>
      </p:nvGrpSpPr>
      <p:grpSpPr>
        <a:xfrm>
          <a:off x="0" y="0"/>
          <a:ext cx="0" cy="0"/>
          <a:chOff x="0" y="0"/>
          <a:chExt cx="0" cy="0"/>
        </a:xfrm>
      </p:grpSpPr>
      <p:sp>
        <p:nvSpPr>
          <p:cNvPr id="9" name="Titre 8">
            <a:extLst>
              <a:ext uri="{FF2B5EF4-FFF2-40B4-BE49-F238E27FC236}">
                <a16:creationId xmlns:a16="http://schemas.microsoft.com/office/drawing/2014/main" id="{A94EA43A-52F4-7EA2-2430-477AB1D32DBB}"/>
              </a:ext>
            </a:extLst>
          </p:cNvPr>
          <p:cNvSpPr>
            <a:spLocks noGrp="1"/>
          </p:cNvSpPr>
          <p:nvPr>
            <p:ph type="ctrTitle"/>
          </p:nvPr>
        </p:nvSpPr>
        <p:spPr/>
        <p:txBody>
          <a:bodyPr/>
          <a:lstStyle/>
          <a:p>
            <a:r>
              <a:rPr lang="fr-FR" dirty="0"/>
              <a:t>La proposition</a:t>
            </a:r>
          </a:p>
        </p:txBody>
      </p:sp>
      <p:sp>
        <p:nvSpPr>
          <p:cNvPr id="10" name="Sous-titre 9">
            <a:extLst>
              <a:ext uri="{FF2B5EF4-FFF2-40B4-BE49-F238E27FC236}">
                <a16:creationId xmlns:a16="http://schemas.microsoft.com/office/drawing/2014/main" id="{024CC613-6411-A80F-78C1-7E4BF26BD261}"/>
              </a:ext>
            </a:extLst>
          </p:cNvPr>
          <p:cNvSpPr>
            <a:spLocks noGrp="1"/>
          </p:cNvSpPr>
          <p:nvPr>
            <p:ph type="subTitle" idx="1"/>
          </p:nvPr>
        </p:nvSpPr>
        <p:spPr/>
        <p:txBody>
          <a:bodyPr/>
          <a:lstStyle/>
          <a:p>
            <a:r>
              <a:rPr lang="fr-FR" dirty="0"/>
              <a:t>Vers une approche globale de la gestion des risques sur l’IA</a:t>
            </a:r>
          </a:p>
        </p:txBody>
      </p:sp>
      <p:sp>
        <p:nvSpPr>
          <p:cNvPr id="5" name="Espace réservé de la date 4">
            <a:extLst>
              <a:ext uri="{FF2B5EF4-FFF2-40B4-BE49-F238E27FC236}">
                <a16:creationId xmlns:a16="http://schemas.microsoft.com/office/drawing/2014/main" id="{2F1DB01E-F703-A814-39C0-01FCFFAE9684}"/>
              </a:ext>
            </a:extLst>
          </p:cNvPr>
          <p:cNvSpPr>
            <a:spLocks noGrp="1"/>
          </p:cNvSpPr>
          <p:nvPr>
            <p:ph type="dt" sz="half" idx="10"/>
          </p:nvPr>
        </p:nvSpPr>
        <p:spPr/>
        <p:txBody>
          <a:bodyPr/>
          <a:lstStyle/>
          <a:p>
            <a:pPr rtl="0"/>
            <a:r>
              <a:rPr lang="fr-FR" noProof="0"/>
              <a:t>16/04/2026</a:t>
            </a:r>
          </a:p>
        </p:txBody>
      </p:sp>
      <p:sp>
        <p:nvSpPr>
          <p:cNvPr id="6" name="Espace réservé du pied de page 5">
            <a:extLst>
              <a:ext uri="{FF2B5EF4-FFF2-40B4-BE49-F238E27FC236}">
                <a16:creationId xmlns:a16="http://schemas.microsoft.com/office/drawing/2014/main" id="{5729A718-673B-DECA-8EA2-19E81B093926}"/>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7" name="Espace réservé du numéro de diapositive 6">
            <a:extLst>
              <a:ext uri="{FF2B5EF4-FFF2-40B4-BE49-F238E27FC236}">
                <a16:creationId xmlns:a16="http://schemas.microsoft.com/office/drawing/2014/main" id="{90316B85-68F7-2CD2-15E9-164A58150AA9}"/>
              </a:ext>
            </a:extLst>
          </p:cNvPr>
          <p:cNvSpPr>
            <a:spLocks noGrp="1"/>
          </p:cNvSpPr>
          <p:nvPr>
            <p:ph type="sldNum" sz="quarter" idx="12"/>
          </p:nvPr>
        </p:nvSpPr>
        <p:spPr/>
        <p:txBody>
          <a:bodyPr/>
          <a:lstStyle/>
          <a:p>
            <a:pPr rtl="0"/>
            <a:fld id="{294A09A9-5501-47C1-A89A-A340965A2BE2}" type="slidenum">
              <a:rPr lang="fr-FR" noProof="0" smtClean="0"/>
              <a:t>8</a:t>
            </a:fld>
            <a:endParaRPr lang="fr-FR" noProof="0"/>
          </a:p>
        </p:txBody>
      </p:sp>
    </p:spTree>
    <p:extLst>
      <p:ext uri="{BB962C8B-B14F-4D97-AF65-F5344CB8AC3E}">
        <p14:creationId xmlns:p14="http://schemas.microsoft.com/office/powerpoint/2010/main" val="1461939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94EE4-700B-DCC0-E59F-452B08BC5B56}"/>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2AF48C5E-E75A-3B9F-F7BD-CFE750DD4CA8}"/>
              </a:ext>
            </a:extLst>
          </p:cNvPr>
          <p:cNvSpPr>
            <a:spLocks noGrp="1"/>
          </p:cNvSpPr>
          <p:nvPr>
            <p:ph type="title"/>
          </p:nvPr>
        </p:nvSpPr>
        <p:spPr/>
        <p:txBody>
          <a:bodyPr>
            <a:normAutofit fontScale="90000"/>
          </a:bodyPr>
          <a:lstStyle/>
          <a:p>
            <a:r>
              <a:rPr lang="fr-FR" dirty="0"/>
              <a:t>L’objectif</a:t>
            </a:r>
          </a:p>
        </p:txBody>
      </p:sp>
      <p:graphicFrame>
        <p:nvGraphicFramePr>
          <p:cNvPr id="2" name="Espace réservé du contenu 1">
            <a:extLst>
              <a:ext uri="{FF2B5EF4-FFF2-40B4-BE49-F238E27FC236}">
                <a16:creationId xmlns:a16="http://schemas.microsoft.com/office/drawing/2014/main" id="{4358726C-2833-E865-64A8-BE6EBD5B89EA}"/>
              </a:ext>
            </a:extLst>
          </p:cNvPr>
          <p:cNvGraphicFramePr>
            <a:graphicFrameLocks noGrp="1"/>
          </p:cNvGraphicFramePr>
          <p:nvPr>
            <p:ph sz="half" idx="1"/>
          </p:nvPr>
        </p:nvGraphicFramePr>
        <p:xfrm>
          <a:off x="838200" y="1825625"/>
          <a:ext cx="5181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Espace réservé du contenu 6">
            <a:extLst>
              <a:ext uri="{FF2B5EF4-FFF2-40B4-BE49-F238E27FC236}">
                <a16:creationId xmlns:a16="http://schemas.microsoft.com/office/drawing/2014/main" id="{4508F3F4-5585-FC39-0611-8715F4433532}"/>
              </a:ext>
            </a:extLst>
          </p:cNvPr>
          <p:cNvSpPr>
            <a:spLocks noGrp="1"/>
          </p:cNvSpPr>
          <p:nvPr>
            <p:ph sz="half" idx="2"/>
          </p:nvPr>
        </p:nvSpPr>
        <p:spPr/>
        <p:txBody>
          <a:bodyPr>
            <a:normAutofit fontScale="77500" lnSpcReduction="20000"/>
          </a:bodyPr>
          <a:lstStyle/>
          <a:p>
            <a:r>
              <a:rPr lang="fr-FR" b="1" dirty="0">
                <a:latin typeface="Calibri Light" panose="020F0302020204030204" pitchFamily="34" charset="0"/>
                <a:cs typeface="Calibri Light" panose="020F0302020204030204" pitchFamily="34" charset="0"/>
              </a:rPr>
              <a:t>Une méthode de gestion des risques</a:t>
            </a:r>
            <a:r>
              <a:rPr lang="fr-FR" dirty="0">
                <a:latin typeface="Calibri Light" panose="020F0302020204030204" pitchFamily="34" charset="0"/>
                <a:cs typeface="Calibri Light" panose="020F0302020204030204" pitchFamily="34" charset="0"/>
              </a:rPr>
              <a:t> de produits ou services qui reposent sur l’IA</a:t>
            </a:r>
          </a:p>
          <a:p>
            <a:r>
              <a:rPr lang="fr-FR" b="1" dirty="0">
                <a:latin typeface="Calibri Light" panose="020F0302020204030204" pitchFamily="34" charset="0"/>
                <a:cs typeface="Calibri Light" panose="020F0302020204030204" pitchFamily="34" charset="0"/>
              </a:rPr>
              <a:t>Simple</a:t>
            </a:r>
            <a:r>
              <a:rPr lang="fr-FR" dirty="0">
                <a:latin typeface="Calibri Light" panose="020F0302020204030204" pitchFamily="34" charset="0"/>
                <a:cs typeface="Calibri Light" panose="020F0302020204030204" pitchFamily="34" charset="0"/>
              </a:rPr>
              <a:t> !</a:t>
            </a:r>
          </a:p>
          <a:p>
            <a:r>
              <a:rPr lang="fr-FR" b="1" dirty="0">
                <a:latin typeface="Calibri Light" panose="020F0302020204030204" pitchFamily="34" charset="0"/>
                <a:cs typeface="Calibri Light" panose="020F0302020204030204" pitchFamily="34" charset="0"/>
              </a:rPr>
              <a:t>Véritablement</a:t>
            </a:r>
            <a:r>
              <a:rPr lang="fr-FR" dirty="0">
                <a:latin typeface="Calibri Light" panose="020F0302020204030204" pitchFamily="34" charset="0"/>
                <a:cs typeface="Calibri Light" panose="020F0302020204030204" pitchFamily="34" charset="0"/>
              </a:rPr>
              <a:t> </a:t>
            </a:r>
            <a:r>
              <a:rPr lang="fr-FR" b="1" dirty="0">
                <a:latin typeface="Calibri Light" panose="020F0302020204030204" pitchFamily="34" charset="0"/>
                <a:cs typeface="Calibri Light" panose="020F0302020204030204" pitchFamily="34" charset="0"/>
              </a:rPr>
              <a:t>globale</a:t>
            </a:r>
            <a:r>
              <a:rPr lang="fr-FR" dirty="0">
                <a:latin typeface="Calibri Light" panose="020F0302020204030204" pitchFamily="34" charset="0"/>
                <a:cs typeface="Calibri Light" panose="020F0302020204030204" pitchFamily="34" charset="0"/>
              </a:rPr>
              <a:t> (sécurité de l’information, protection de la vie privée, protection de l’environnement, etc.)</a:t>
            </a:r>
          </a:p>
          <a:p>
            <a:r>
              <a:rPr lang="fr-FR" b="1" dirty="0">
                <a:latin typeface="Calibri Light" panose="020F0302020204030204" pitchFamily="34" charset="0"/>
                <a:cs typeface="Calibri Light" panose="020F0302020204030204" pitchFamily="34" charset="0"/>
              </a:rPr>
              <a:t>Basée sur les risques</a:t>
            </a:r>
          </a:p>
          <a:p>
            <a:r>
              <a:rPr lang="fr-FR" b="1" dirty="0">
                <a:latin typeface="Calibri Light" panose="020F0302020204030204" pitchFamily="34" charset="0"/>
                <a:cs typeface="Calibri Light" panose="020F0302020204030204" pitchFamily="34" charset="0"/>
              </a:rPr>
              <a:t>Harmonisée</a:t>
            </a:r>
            <a:r>
              <a:rPr lang="fr-FR" dirty="0">
                <a:latin typeface="Calibri Light" panose="020F0302020204030204" pitchFamily="34" charset="0"/>
                <a:cs typeface="Calibri Light" panose="020F0302020204030204" pitchFamily="34" charset="0"/>
              </a:rPr>
              <a:t> et </a:t>
            </a:r>
            <a:r>
              <a:rPr lang="fr-FR" b="1" dirty="0">
                <a:latin typeface="Calibri Light" panose="020F0302020204030204" pitchFamily="34" charset="0"/>
                <a:cs typeface="Calibri Light" panose="020F0302020204030204" pitchFamily="34" charset="0"/>
              </a:rPr>
              <a:t>cohérente</a:t>
            </a:r>
          </a:p>
          <a:p>
            <a:r>
              <a:rPr lang="fr-FR" b="1" dirty="0">
                <a:latin typeface="Calibri Light" panose="020F0302020204030204" pitchFamily="34" charset="0"/>
                <a:cs typeface="Calibri Light" panose="020F0302020204030204" pitchFamily="34" charset="0"/>
              </a:rPr>
              <a:t>Exploitant les référentiels existants</a:t>
            </a:r>
            <a:r>
              <a:rPr lang="fr-FR" dirty="0">
                <a:latin typeface="Calibri Light" panose="020F0302020204030204" pitchFamily="34" charset="0"/>
                <a:cs typeface="Calibri Light" panose="020F0302020204030204" pitchFamily="34" charset="0"/>
              </a:rPr>
              <a:t> (ne réinvente pas !)</a:t>
            </a:r>
          </a:p>
          <a:p>
            <a:r>
              <a:rPr lang="fr-FR" b="1" dirty="0">
                <a:latin typeface="Calibri Light" panose="020F0302020204030204" pitchFamily="34" charset="0"/>
                <a:cs typeface="Calibri Light" panose="020F0302020204030204" pitchFamily="34" charset="0"/>
              </a:rPr>
              <a:t>Flexible</a:t>
            </a:r>
            <a:r>
              <a:rPr lang="fr-FR" dirty="0">
                <a:latin typeface="Calibri Light" panose="020F0302020204030204" pitchFamily="34" charset="0"/>
                <a:cs typeface="Calibri Light" panose="020F0302020204030204" pitchFamily="34" charset="0"/>
              </a:rPr>
              <a:t> et </a:t>
            </a:r>
            <a:r>
              <a:rPr lang="fr-FR" b="1" dirty="0">
                <a:latin typeface="Calibri Light" panose="020F0302020204030204" pitchFamily="34" charset="0"/>
                <a:cs typeface="Calibri Light" panose="020F0302020204030204" pitchFamily="34" charset="0"/>
              </a:rPr>
              <a:t>intégrable</a:t>
            </a:r>
            <a:r>
              <a:rPr lang="fr-FR" dirty="0">
                <a:latin typeface="Calibri Light" panose="020F0302020204030204" pitchFamily="34" charset="0"/>
                <a:cs typeface="Calibri Light" panose="020F0302020204030204" pitchFamily="34" charset="0"/>
              </a:rPr>
              <a:t> aux outils et procédures existants</a:t>
            </a:r>
          </a:p>
        </p:txBody>
      </p:sp>
      <p:sp>
        <p:nvSpPr>
          <p:cNvPr id="10" name="Espace réservé de la date 4">
            <a:extLst>
              <a:ext uri="{FF2B5EF4-FFF2-40B4-BE49-F238E27FC236}">
                <a16:creationId xmlns:a16="http://schemas.microsoft.com/office/drawing/2014/main" id="{EFE90B66-86C8-2D6E-7058-FA543531432F}"/>
              </a:ext>
            </a:extLst>
          </p:cNvPr>
          <p:cNvSpPr>
            <a:spLocks noGrp="1"/>
          </p:cNvSpPr>
          <p:nvPr>
            <p:ph type="dt" sz="half" idx="10"/>
          </p:nvPr>
        </p:nvSpPr>
        <p:spPr/>
        <p:txBody>
          <a:bodyPr/>
          <a:lstStyle/>
          <a:p>
            <a:pPr rtl="0"/>
            <a:r>
              <a:rPr lang="fr-FR" noProof="0"/>
              <a:t>16/04/2026</a:t>
            </a:r>
            <a:endParaRPr lang="fr-FR" noProof="0" dirty="0"/>
          </a:p>
        </p:txBody>
      </p:sp>
      <p:sp>
        <p:nvSpPr>
          <p:cNvPr id="8" name="Espace réservé du pied de page 5">
            <a:extLst>
              <a:ext uri="{FF2B5EF4-FFF2-40B4-BE49-F238E27FC236}">
                <a16:creationId xmlns:a16="http://schemas.microsoft.com/office/drawing/2014/main" id="{72CBA840-E850-0D29-040F-DA0369072598}"/>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9" name="Espace réservé du numéro de diapositive 6">
            <a:extLst>
              <a:ext uri="{FF2B5EF4-FFF2-40B4-BE49-F238E27FC236}">
                <a16:creationId xmlns:a16="http://schemas.microsoft.com/office/drawing/2014/main" id="{61E8D129-30EC-4ACD-63D9-DA68030CA709}"/>
              </a:ext>
            </a:extLst>
          </p:cNvPr>
          <p:cNvSpPr>
            <a:spLocks noGrp="1"/>
          </p:cNvSpPr>
          <p:nvPr>
            <p:ph type="sldNum" sz="quarter" idx="12"/>
          </p:nvPr>
        </p:nvSpPr>
        <p:spPr/>
        <p:txBody>
          <a:bodyPr/>
          <a:lstStyle/>
          <a:p>
            <a:pPr rtl="0"/>
            <a:fld id="{294A09A9-5501-47C1-A89A-A340965A2BE2}" type="slidenum">
              <a:rPr lang="fr-FR" noProof="0" smtClean="0"/>
              <a:t>9</a:t>
            </a:fld>
            <a:endParaRPr lang="fr-FR" noProof="0"/>
          </a:p>
        </p:txBody>
      </p:sp>
      <p:sp>
        <p:nvSpPr>
          <p:cNvPr id="11" name="Espace réservé du texte 10">
            <a:extLst>
              <a:ext uri="{FF2B5EF4-FFF2-40B4-BE49-F238E27FC236}">
                <a16:creationId xmlns:a16="http://schemas.microsoft.com/office/drawing/2014/main" id="{4ED70D96-9959-5E76-2D65-E9AB81F349B9}"/>
              </a:ext>
            </a:extLst>
          </p:cNvPr>
          <p:cNvSpPr>
            <a:spLocks noGrp="1"/>
          </p:cNvSpPr>
          <p:nvPr>
            <p:ph type="body" sz="quarter" idx="13"/>
          </p:nvPr>
        </p:nvSpPr>
        <p:spPr/>
        <p:txBody>
          <a:bodyPr/>
          <a:lstStyle/>
          <a:p>
            <a:r>
              <a:rPr lang="fr-FR" dirty="0"/>
              <a:t>Expliquer par quel bout prendre le problème !</a:t>
            </a:r>
          </a:p>
        </p:txBody>
      </p:sp>
    </p:spTree>
    <p:extLst>
      <p:ext uri="{BB962C8B-B14F-4D97-AF65-F5344CB8AC3E}">
        <p14:creationId xmlns:p14="http://schemas.microsoft.com/office/powerpoint/2010/main" val="3572097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451BC-B077-AA78-2065-62A77049911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6E196EE-A2D8-BA29-465E-7589F14E7B9C}"/>
              </a:ext>
            </a:extLst>
          </p:cNvPr>
          <p:cNvSpPr>
            <a:spLocks noGrp="1"/>
          </p:cNvSpPr>
          <p:nvPr>
            <p:ph type="title"/>
          </p:nvPr>
        </p:nvSpPr>
        <p:spPr/>
        <p:txBody>
          <a:bodyPr>
            <a:normAutofit fontScale="90000"/>
          </a:bodyPr>
          <a:lstStyle/>
          <a:p>
            <a:r>
              <a:rPr lang="fr-FR" dirty="0"/>
              <a:t>Les périmètres considérés</a:t>
            </a:r>
          </a:p>
        </p:txBody>
      </p:sp>
      <p:sp>
        <p:nvSpPr>
          <p:cNvPr id="3" name="Espace réservé du contenu 2">
            <a:extLst>
              <a:ext uri="{FF2B5EF4-FFF2-40B4-BE49-F238E27FC236}">
                <a16:creationId xmlns:a16="http://schemas.microsoft.com/office/drawing/2014/main" id="{4492704F-94F3-F319-883E-84B732F8A20B}"/>
              </a:ext>
            </a:extLst>
          </p:cNvPr>
          <p:cNvSpPr>
            <a:spLocks noGrp="1"/>
          </p:cNvSpPr>
          <p:nvPr>
            <p:ph sz="half" idx="1"/>
          </p:nvPr>
        </p:nvSpPr>
        <p:spPr/>
        <p:txBody>
          <a:bodyPr>
            <a:normAutofit fontScale="92500" lnSpcReduction="20000"/>
          </a:bodyPr>
          <a:lstStyle/>
          <a:p>
            <a:r>
              <a:rPr lang="fr-FR" dirty="0"/>
              <a:t>Le périmètre du [Règlement IA] est en fait déjà large</a:t>
            </a:r>
          </a:p>
          <a:p>
            <a:pPr lvl="1"/>
            <a:r>
              <a:rPr lang="fr-FR" b="1" dirty="0"/>
              <a:t>Tous les produits et les services qui reposent sur des systèmes d'IA </a:t>
            </a:r>
            <a:r>
              <a:rPr lang="fr-FR" dirty="0"/>
              <a:t>(certains imaginent qu'il ne traite que de produits du fait que certains articles ne concernent que les produits !)</a:t>
            </a:r>
          </a:p>
          <a:p>
            <a:pPr lvl="1"/>
            <a:r>
              <a:rPr lang="fr-FR" b="1" dirty="0"/>
              <a:t>Toutes les causes de risques </a:t>
            </a:r>
            <a:r>
              <a:rPr lang="fr-FR" dirty="0"/>
              <a:t>: problèmes de sûreté, incidents de sécurité de l'information d'origine accidentelle et délibérée, violation de données, etc.</a:t>
            </a:r>
          </a:p>
          <a:p>
            <a:pPr lvl="1"/>
            <a:r>
              <a:rPr lang="fr-FR" b="1" dirty="0"/>
              <a:t>Certaines conséquences de risques, uniquement sur les personnes </a:t>
            </a:r>
            <a:r>
              <a:rPr lang="fr-FR" dirty="0"/>
              <a:t>: santé et droits fondamentaux</a:t>
            </a:r>
          </a:p>
        </p:txBody>
      </p:sp>
      <p:sp>
        <p:nvSpPr>
          <p:cNvPr id="4" name="Espace réservé du contenu 3">
            <a:extLst>
              <a:ext uri="{FF2B5EF4-FFF2-40B4-BE49-F238E27FC236}">
                <a16:creationId xmlns:a16="http://schemas.microsoft.com/office/drawing/2014/main" id="{19E2AD4D-8802-61AE-DBF9-AA26C51845AC}"/>
              </a:ext>
            </a:extLst>
          </p:cNvPr>
          <p:cNvSpPr>
            <a:spLocks noGrp="1"/>
          </p:cNvSpPr>
          <p:nvPr>
            <p:ph sz="half" idx="2"/>
          </p:nvPr>
        </p:nvSpPr>
        <p:spPr/>
        <p:txBody>
          <a:bodyPr>
            <a:normAutofit/>
          </a:bodyPr>
          <a:lstStyle/>
          <a:p>
            <a:r>
              <a:rPr lang="fr-FR" sz="2400" dirty="0"/>
              <a:t>Le périmètre du projet est encore plus large</a:t>
            </a:r>
          </a:p>
          <a:p>
            <a:pPr lvl="1"/>
            <a:r>
              <a:rPr lang="fr-FR" sz="2000" b="1" dirty="0"/>
              <a:t>Tous les produits et les services qui reposent sur des systèmes d'IA</a:t>
            </a:r>
          </a:p>
          <a:p>
            <a:pPr lvl="1"/>
            <a:r>
              <a:rPr lang="fr-FR" sz="2000" b="1" dirty="0"/>
              <a:t>Toutes les causes de risques</a:t>
            </a:r>
          </a:p>
          <a:p>
            <a:pPr lvl="1"/>
            <a:r>
              <a:rPr lang="fr-FR" sz="2000" b="1" dirty="0"/>
              <a:t>Toutes les conséquences des risques</a:t>
            </a:r>
            <a:r>
              <a:rPr lang="fr-FR" sz="2000" dirty="0"/>
              <a:t> : sur les personnes (matérielles, physiques et psychologiques), sur les organisations, </a:t>
            </a:r>
            <a:r>
              <a:rPr lang="fr-FR" sz="2000"/>
              <a:t>sur l'environnement</a:t>
            </a:r>
            <a:endParaRPr lang="fr-FR" sz="2000" dirty="0"/>
          </a:p>
          <a:p>
            <a:r>
              <a:rPr lang="fr-FR" sz="2400" dirty="0"/>
              <a:t>Et il est extensible: responsabilité sociétale, sécurité économique, etc. !</a:t>
            </a:r>
          </a:p>
        </p:txBody>
      </p:sp>
      <p:sp>
        <p:nvSpPr>
          <p:cNvPr id="5" name="Espace réservé de la date 4">
            <a:extLst>
              <a:ext uri="{FF2B5EF4-FFF2-40B4-BE49-F238E27FC236}">
                <a16:creationId xmlns:a16="http://schemas.microsoft.com/office/drawing/2014/main" id="{497B1602-8C22-B28C-29DA-E6BD8F8D225A}"/>
              </a:ext>
            </a:extLst>
          </p:cNvPr>
          <p:cNvSpPr>
            <a:spLocks noGrp="1"/>
          </p:cNvSpPr>
          <p:nvPr>
            <p:ph type="dt" sz="half" idx="10"/>
          </p:nvPr>
        </p:nvSpPr>
        <p:spPr/>
        <p:txBody>
          <a:bodyPr/>
          <a:lstStyle/>
          <a:p>
            <a:pPr rtl="0"/>
            <a:r>
              <a:rPr lang="fr-FR" noProof="0"/>
              <a:t>16/04/2026</a:t>
            </a:r>
          </a:p>
        </p:txBody>
      </p:sp>
      <p:sp>
        <p:nvSpPr>
          <p:cNvPr id="6" name="Espace réservé du pied de page 5">
            <a:extLst>
              <a:ext uri="{FF2B5EF4-FFF2-40B4-BE49-F238E27FC236}">
                <a16:creationId xmlns:a16="http://schemas.microsoft.com/office/drawing/2014/main" id="{57BDD9EB-28D6-F7D5-3473-3FD115ADC45D}"/>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7" name="Espace réservé du numéro de diapositive 6">
            <a:extLst>
              <a:ext uri="{FF2B5EF4-FFF2-40B4-BE49-F238E27FC236}">
                <a16:creationId xmlns:a16="http://schemas.microsoft.com/office/drawing/2014/main" id="{B8FA3B87-7305-1536-FB6D-622E70987F37}"/>
              </a:ext>
            </a:extLst>
          </p:cNvPr>
          <p:cNvSpPr>
            <a:spLocks noGrp="1"/>
          </p:cNvSpPr>
          <p:nvPr>
            <p:ph type="sldNum" sz="quarter" idx="12"/>
          </p:nvPr>
        </p:nvSpPr>
        <p:spPr/>
        <p:txBody>
          <a:bodyPr/>
          <a:lstStyle/>
          <a:p>
            <a:pPr rtl="0"/>
            <a:fld id="{294A09A9-5501-47C1-A89A-A340965A2BE2}" type="slidenum">
              <a:rPr lang="fr-FR" noProof="0" smtClean="0"/>
              <a:t>10</a:t>
            </a:fld>
            <a:endParaRPr lang="fr-FR" noProof="0"/>
          </a:p>
        </p:txBody>
      </p:sp>
      <p:sp>
        <p:nvSpPr>
          <p:cNvPr id="8" name="Espace réservé du texte 7">
            <a:extLst>
              <a:ext uri="{FF2B5EF4-FFF2-40B4-BE49-F238E27FC236}">
                <a16:creationId xmlns:a16="http://schemas.microsoft.com/office/drawing/2014/main" id="{C64950EF-8191-0973-28E9-2719EE7FE373}"/>
              </a:ext>
            </a:extLst>
          </p:cNvPr>
          <p:cNvSpPr>
            <a:spLocks noGrp="1"/>
          </p:cNvSpPr>
          <p:nvPr>
            <p:ph type="body" sz="quarter" idx="13"/>
          </p:nvPr>
        </p:nvSpPr>
        <p:spPr/>
        <p:txBody>
          <a:bodyPr/>
          <a:lstStyle/>
          <a:p>
            <a:r>
              <a:rPr lang="fr-FR" dirty="0"/>
              <a:t>Un projet qui se veut très large</a:t>
            </a:r>
          </a:p>
        </p:txBody>
      </p:sp>
    </p:spTree>
    <p:extLst>
      <p:ext uri="{BB962C8B-B14F-4D97-AF65-F5344CB8AC3E}">
        <p14:creationId xmlns:p14="http://schemas.microsoft.com/office/powerpoint/2010/main" val="717241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5340DC4-AD56-E9E3-07DF-8D95574C00C2}"/>
              </a:ext>
            </a:extLst>
          </p:cNvPr>
          <p:cNvSpPr>
            <a:spLocks noGrp="1"/>
          </p:cNvSpPr>
          <p:nvPr>
            <p:ph type="title"/>
          </p:nvPr>
        </p:nvSpPr>
        <p:spPr/>
        <p:txBody>
          <a:bodyPr>
            <a:normAutofit fontScale="90000"/>
          </a:bodyPr>
          <a:lstStyle/>
          <a:p>
            <a:r>
              <a:rPr lang="fr-FR" dirty="0">
                <a:latin typeface="Calibri Light" panose="020F0302020204030204" pitchFamily="34" charset="0"/>
                <a:cs typeface="Calibri Light" panose="020F0302020204030204" pitchFamily="34" charset="0"/>
              </a:rPr>
              <a:t>La logique générale</a:t>
            </a:r>
            <a:endParaRPr lang="fr-FR" sz="2800" dirty="0">
              <a:latin typeface="Calibri Light" panose="020F0302020204030204" pitchFamily="34" charset="0"/>
              <a:cs typeface="Calibri Light" panose="020F0302020204030204" pitchFamily="34" charset="0"/>
            </a:endParaRPr>
          </a:p>
        </p:txBody>
      </p:sp>
      <p:graphicFrame>
        <p:nvGraphicFramePr>
          <p:cNvPr id="7" name="Espace réservé du contenu 6">
            <a:extLst>
              <a:ext uri="{FF2B5EF4-FFF2-40B4-BE49-F238E27FC236}">
                <a16:creationId xmlns:a16="http://schemas.microsoft.com/office/drawing/2014/main" id="{97883492-F06A-6A32-7185-B069570C1946}"/>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Espace réservé du pied de page 2">
            <a:extLst>
              <a:ext uri="{FF2B5EF4-FFF2-40B4-BE49-F238E27FC236}">
                <a16:creationId xmlns:a16="http://schemas.microsoft.com/office/drawing/2014/main" id="{1E5582D0-3443-EAF4-64C4-41BE2897E194}"/>
              </a:ext>
            </a:extLst>
          </p:cNvPr>
          <p:cNvSpPr>
            <a:spLocks noGrp="1"/>
          </p:cNvSpPr>
          <p:nvPr>
            <p:ph type="ftr" sz="quarter" idx="11"/>
          </p:nvPr>
        </p:nvSpPr>
        <p:spPr/>
        <p:txBody>
          <a:bodyPr/>
          <a:lstStyle/>
          <a:p>
            <a:r>
              <a:rPr lang="fr-FR"/>
              <a:t>IA - Vers une approche globale de gestion des risques</a:t>
            </a:r>
          </a:p>
        </p:txBody>
      </p:sp>
      <p:sp>
        <p:nvSpPr>
          <p:cNvPr id="5" name="Espace réservé du numéro de diapositive 4">
            <a:extLst>
              <a:ext uri="{FF2B5EF4-FFF2-40B4-BE49-F238E27FC236}">
                <a16:creationId xmlns:a16="http://schemas.microsoft.com/office/drawing/2014/main" id="{655CAD37-A446-9A57-2883-84C4F8C60CCC}"/>
              </a:ext>
            </a:extLst>
          </p:cNvPr>
          <p:cNvSpPr>
            <a:spLocks noGrp="1"/>
          </p:cNvSpPr>
          <p:nvPr>
            <p:ph type="sldNum" sz="quarter" idx="12"/>
          </p:nvPr>
        </p:nvSpPr>
        <p:spPr/>
        <p:txBody>
          <a:bodyPr/>
          <a:lstStyle/>
          <a:p>
            <a:fld id="{2AB7902B-FF97-4A88-A08E-82393A7FCB0A}" type="slidenum">
              <a:rPr lang="fr-FR" smtClean="0"/>
              <a:t>11</a:t>
            </a:fld>
            <a:endParaRPr lang="fr-FR"/>
          </a:p>
        </p:txBody>
      </p:sp>
      <p:sp>
        <p:nvSpPr>
          <p:cNvPr id="2" name="Espace réservé de la date 1">
            <a:extLst>
              <a:ext uri="{FF2B5EF4-FFF2-40B4-BE49-F238E27FC236}">
                <a16:creationId xmlns:a16="http://schemas.microsoft.com/office/drawing/2014/main" id="{53343288-BFB6-5DBE-3571-7CE28FF59FA8}"/>
              </a:ext>
            </a:extLst>
          </p:cNvPr>
          <p:cNvSpPr>
            <a:spLocks noGrp="1"/>
          </p:cNvSpPr>
          <p:nvPr>
            <p:ph type="dt" sz="half" idx="10"/>
          </p:nvPr>
        </p:nvSpPr>
        <p:spPr/>
        <p:txBody>
          <a:bodyPr/>
          <a:lstStyle/>
          <a:p>
            <a:r>
              <a:rPr lang="fr-FR"/>
              <a:t>16/04/2026</a:t>
            </a:r>
          </a:p>
        </p:txBody>
      </p:sp>
      <p:sp>
        <p:nvSpPr>
          <p:cNvPr id="6" name="Espace réservé du texte 5">
            <a:extLst>
              <a:ext uri="{FF2B5EF4-FFF2-40B4-BE49-F238E27FC236}">
                <a16:creationId xmlns:a16="http://schemas.microsoft.com/office/drawing/2014/main" id="{06C75171-7382-379D-E190-58B4F9E2CD52}"/>
              </a:ext>
            </a:extLst>
          </p:cNvPr>
          <p:cNvSpPr>
            <a:spLocks noGrp="1"/>
          </p:cNvSpPr>
          <p:nvPr>
            <p:ph type="body" sz="quarter" idx="13"/>
          </p:nvPr>
        </p:nvSpPr>
        <p:spPr/>
        <p:txBody>
          <a:bodyPr>
            <a:normAutofit/>
          </a:bodyPr>
          <a:lstStyle/>
          <a:p>
            <a:r>
              <a:rPr lang="fr-FR" dirty="0"/>
              <a:t>Une approche </a:t>
            </a:r>
            <a:r>
              <a:rPr lang="fr-FR" b="1" dirty="0"/>
              <a:t>simple</a:t>
            </a:r>
            <a:r>
              <a:rPr lang="fr-FR" dirty="0"/>
              <a:t>, </a:t>
            </a:r>
            <a:r>
              <a:rPr lang="fr-FR" b="1" dirty="0"/>
              <a:t>globale</a:t>
            </a:r>
            <a:r>
              <a:rPr lang="fr-FR" dirty="0"/>
              <a:t>, </a:t>
            </a:r>
            <a:r>
              <a:rPr lang="fr-FR" b="1" dirty="0"/>
              <a:t>flexible</a:t>
            </a:r>
            <a:r>
              <a:rPr lang="fr-FR" dirty="0"/>
              <a:t>, et </a:t>
            </a:r>
            <a:r>
              <a:rPr lang="fr-FR" b="1" dirty="0"/>
              <a:t>proportionnée</a:t>
            </a:r>
            <a:r>
              <a:rPr lang="fr-FR" dirty="0"/>
              <a:t> aux risques</a:t>
            </a:r>
          </a:p>
        </p:txBody>
      </p:sp>
    </p:spTree>
    <p:extLst>
      <p:ext uri="{BB962C8B-B14F-4D97-AF65-F5344CB8AC3E}">
        <p14:creationId xmlns:p14="http://schemas.microsoft.com/office/powerpoint/2010/main" val="332686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me 4">
            <a:extLst>
              <a:ext uri="{FF2B5EF4-FFF2-40B4-BE49-F238E27FC236}">
                <a16:creationId xmlns:a16="http://schemas.microsoft.com/office/drawing/2014/main" id="{B65EA14E-E3F8-93DB-5C7E-B1B22956E3EA}"/>
              </a:ext>
            </a:extLst>
          </p:cNvPr>
          <p:cNvGraphicFramePr/>
          <p:nvPr/>
        </p:nvGraphicFramePr>
        <p:xfrm>
          <a:off x="3140166" y="2720430"/>
          <a:ext cx="8000946" cy="22083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Tableau 6">
            <a:extLst>
              <a:ext uri="{FF2B5EF4-FFF2-40B4-BE49-F238E27FC236}">
                <a16:creationId xmlns:a16="http://schemas.microsoft.com/office/drawing/2014/main" id="{E53E8310-49F2-69F8-B819-40507409AC1E}"/>
              </a:ext>
            </a:extLst>
          </p:cNvPr>
          <p:cNvGraphicFramePr>
            <a:graphicFrameLocks noGrp="1"/>
          </p:cNvGraphicFramePr>
          <p:nvPr/>
        </p:nvGraphicFramePr>
        <p:xfrm>
          <a:off x="838200" y="2952048"/>
          <a:ext cx="2106904" cy="1854200"/>
        </p:xfrm>
        <a:graphic>
          <a:graphicData uri="http://schemas.openxmlformats.org/drawingml/2006/table">
            <a:tbl>
              <a:tblPr firstRow="1" bandRow="1">
                <a:tableStyleId>{5940675A-B579-460E-94D1-54222C63F5DA}</a:tableStyleId>
              </a:tblPr>
              <a:tblGrid>
                <a:gridCol w="2106904">
                  <a:extLst>
                    <a:ext uri="{9D8B030D-6E8A-4147-A177-3AD203B41FA5}">
                      <a16:colId xmlns:a16="http://schemas.microsoft.com/office/drawing/2014/main" val="2890636679"/>
                    </a:ext>
                  </a:extLst>
                </a:gridCol>
              </a:tblGrid>
              <a:tr h="370840">
                <a:tc>
                  <a:txBody>
                    <a:bodyPr/>
                    <a:lstStyle/>
                    <a:p>
                      <a:pPr algn="ctr"/>
                      <a:r>
                        <a:rPr lang="fr-FR" sz="1600" dirty="0">
                          <a:latin typeface="Calibri Light" panose="020F0302020204030204" pitchFamily="34" charset="0"/>
                          <a:ea typeface="Calibri Light" panose="020F0302020204030204" pitchFamily="34" charset="0"/>
                          <a:cs typeface="Calibri Light" panose="020F0302020204030204" pitchFamily="34" charset="0"/>
                        </a:rPr>
                        <a:t>Niveau de risque</a:t>
                      </a:r>
                    </a:p>
                  </a:txBody>
                  <a:tcPr anchor="ctr"/>
                </a:tc>
                <a:extLst>
                  <a:ext uri="{0D108BD9-81ED-4DB2-BD59-A6C34878D82A}">
                    <a16:rowId xmlns:a16="http://schemas.microsoft.com/office/drawing/2014/main" val="2677534578"/>
                  </a:ext>
                </a:extLst>
              </a:tr>
              <a:tr h="370840">
                <a:tc>
                  <a:txBody>
                    <a:bodyPr/>
                    <a:lstStyle/>
                    <a:p>
                      <a:pPr marL="0" indent="0">
                        <a:buNone/>
                      </a:pPr>
                      <a:r>
                        <a:rPr lang="fr-FR" sz="1600" dirty="0">
                          <a:latin typeface="Calibri Light" panose="020F0302020204030204" pitchFamily="34" charset="0"/>
                          <a:ea typeface="Calibri Light" panose="020F0302020204030204" pitchFamily="34" charset="0"/>
                          <a:cs typeface="Calibri Light" panose="020F0302020204030204" pitchFamily="34" charset="0"/>
                        </a:rPr>
                        <a:t>1. Minimal</a:t>
                      </a:r>
                    </a:p>
                  </a:txBody>
                  <a:tcPr anchor="ctr">
                    <a:solidFill>
                      <a:srgbClr val="CCFFCC"/>
                    </a:solidFill>
                  </a:tcPr>
                </a:tc>
                <a:extLst>
                  <a:ext uri="{0D108BD9-81ED-4DB2-BD59-A6C34878D82A}">
                    <a16:rowId xmlns:a16="http://schemas.microsoft.com/office/drawing/2014/main" val="1226985081"/>
                  </a:ext>
                </a:extLst>
              </a:tr>
              <a:tr h="370840">
                <a:tc>
                  <a:txBody>
                    <a:bodyPr/>
                    <a:lstStyle/>
                    <a:p>
                      <a:r>
                        <a:rPr lang="fr-FR" sz="1600" dirty="0">
                          <a:latin typeface="Calibri Light" panose="020F0302020204030204" pitchFamily="34" charset="0"/>
                          <a:ea typeface="Calibri Light" panose="020F0302020204030204" pitchFamily="34" charset="0"/>
                          <a:cs typeface="Calibri Light" panose="020F0302020204030204" pitchFamily="34" charset="0"/>
                        </a:rPr>
                        <a:t>2. Faible</a:t>
                      </a:r>
                    </a:p>
                  </a:txBody>
                  <a:tcPr anchor="ctr">
                    <a:solidFill>
                      <a:srgbClr val="FFFFCC"/>
                    </a:solidFill>
                  </a:tcPr>
                </a:tc>
                <a:extLst>
                  <a:ext uri="{0D108BD9-81ED-4DB2-BD59-A6C34878D82A}">
                    <a16:rowId xmlns:a16="http://schemas.microsoft.com/office/drawing/2014/main" val="493043826"/>
                  </a:ext>
                </a:extLst>
              </a:tr>
              <a:tr h="370840">
                <a:tc>
                  <a:txBody>
                    <a:bodyPr/>
                    <a:lstStyle/>
                    <a:p>
                      <a:r>
                        <a:rPr lang="fr-FR" sz="1600" dirty="0">
                          <a:latin typeface="Calibri Light" panose="020F0302020204030204" pitchFamily="34" charset="0"/>
                          <a:ea typeface="Calibri Light" panose="020F0302020204030204" pitchFamily="34" charset="0"/>
                          <a:cs typeface="Calibri Light" panose="020F0302020204030204" pitchFamily="34" charset="0"/>
                        </a:rPr>
                        <a:t>3. Élevé</a:t>
                      </a:r>
                    </a:p>
                  </a:txBody>
                  <a:tcPr anchor="ctr">
                    <a:solidFill>
                      <a:srgbClr val="FFC000"/>
                    </a:solidFill>
                  </a:tcPr>
                </a:tc>
                <a:extLst>
                  <a:ext uri="{0D108BD9-81ED-4DB2-BD59-A6C34878D82A}">
                    <a16:rowId xmlns:a16="http://schemas.microsoft.com/office/drawing/2014/main" val="1061821783"/>
                  </a:ext>
                </a:extLst>
              </a:tr>
              <a:tr h="370840">
                <a:tc>
                  <a:txBody>
                    <a:bodyPr/>
                    <a:lstStyle/>
                    <a:p>
                      <a:r>
                        <a:rPr lang="fr-FR" sz="160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4. Maximal</a:t>
                      </a:r>
                    </a:p>
                  </a:txBody>
                  <a:tcPr anchor="ctr">
                    <a:solidFill>
                      <a:srgbClr val="FF0000"/>
                    </a:solidFill>
                  </a:tcPr>
                </a:tc>
                <a:extLst>
                  <a:ext uri="{0D108BD9-81ED-4DB2-BD59-A6C34878D82A}">
                    <a16:rowId xmlns:a16="http://schemas.microsoft.com/office/drawing/2014/main" val="2765229760"/>
                  </a:ext>
                </a:extLst>
              </a:tr>
            </a:tbl>
          </a:graphicData>
        </a:graphic>
      </p:graphicFrame>
      <p:sp>
        <p:nvSpPr>
          <p:cNvPr id="8" name="ZoneTexte 7">
            <a:extLst>
              <a:ext uri="{FF2B5EF4-FFF2-40B4-BE49-F238E27FC236}">
                <a16:creationId xmlns:a16="http://schemas.microsoft.com/office/drawing/2014/main" id="{ACE2043F-3223-3D30-77E9-BB9A3F8D548D}"/>
              </a:ext>
            </a:extLst>
          </p:cNvPr>
          <p:cNvSpPr txBox="1"/>
          <p:nvPr/>
        </p:nvSpPr>
        <p:spPr>
          <a:xfrm>
            <a:off x="5217979" y="4467694"/>
            <a:ext cx="4736040" cy="338554"/>
          </a:xfrm>
          <a:prstGeom prst="rect">
            <a:avLst/>
          </a:prstGeom>
          <a:noFill/>
        </p:spPr>
        <p:txBody>
          <a:bodyPr wrap="none" rtlCol="0">
            <a:spAutoFit/>
          </a:bodyPr>
          <a:lstStyle/>
          <a:p>
            <a:pPr lvl="0"/>
            <a:r>
              <a:rPr lang="fr-FR" sz="1600" dirty="0">
                <a:latin typeface="Calibri Light" panose="020F0302020204030204" pitchFamily="34" charset="0"/>
                <a:ea typeface="Calibri Light" panose="020F0302020204030204" pitchFamily="34" charset="0"/>
                <a:cs typeface="Calibri Light" panose="020F0302020204030204" pitchFamily="34" charset="0"/>
              </a:rPr>
              <a:t>Qualification </a:t>
            </a:r>
            <a:r>
              <a:rPr lang="fr-FR" sz="1600" i="1" dirty="0">
                <a:latin typeface="Calibri Light" panose="020F0302020204030204" pitchFamily="34" charset="0"/>
                <a:ea typeface="Calibri Light" panose="020F0302020204030204" pitchFamily="34" charset="0"/>
                <a:cs typeface="Calibri Light" panose="020F0302020204030204" pitchFamily="34" charset="0"/>
              </a:rPr>
              <a:t>a priori</a:t>
            </a:r>
            <a:r>
              <a:rPr lang="fr-FR" sz="1600" dirty="0">
                <a:latin typeface="Calibri Light" panose="020F0302020204030204" pitchFamily="34" charset="0"/>
                <a:ea typeface="Calibri Light" panose="020F0302020204030204" pitchFamily="34" charset="0"/>
                <a:cs typeface="Calibri Light" panose="020F0302020204030204" pitchFamily="34" charset="0"/>
              </a:rPr>
              <a:t> = Max des différents points de vue</a:t>
            </a:r>
          </a:p>
        </p:txBody>
      </p:sp>
      <p:sp>
        <p:nvSpPr>
          <p:cNvPr id="9" name="Titre 8">
            <a:extLst>
              <a:ext uri="{FF2B5EF4-FFF2-40B4-BE49-F238E27FC236}">
                <a16:creationId xmlns:a16="http://schemas.microsoft.com/office/drawing/2014/main" id="{CFBF7575-F729-26EA-A987-B6E6F149CF85}"/>
              </a:ext>
            </a:extLst>
          </p:cNvPr>
          <p:cNvSpPr>
            <a:spLocks noGrp="1"/>
          </p:cNvSpPr>
          <p:nvPr>
            <p:ph type="title"/>
          </p:nvPr>
        </p:nvSpPr>
        <p:spPr/>
        <p:txBody>
          <a:bodyPr>
            <a:normAutofit fontScale="90000"/>
          </a:bodyPr>
          <a:lstStyle/>
          <a:p>
            <a:r>
              <a:rPr lang="fr-FR" dirty="0">
                <a:latin typeface="Calibri Light" panose="020F0302020204030204" pitchFamily="34" charset="0"/>
                <a:cs typeface="Calibri Light" panose="020F0302020204030204" pitchFamily="34" charset="0"/>
              </a:rPr>
              <a:t>Étape 1 : estimer le niveau de risque</a:t>
            </a:r>
            <a:endParaRPr lang="fr-FR" i="1" dirty="0">
              <a:latin typeface="Calibri Light" panose="020F0302020204030204" pitchFamily="34" charset="0"/>
              <a:cs typeface="Calibri Light" panose="020F0302020204030204" pitchFamily="34" charset="0"/>
            </a:endParaRPr>
          </a:p>
        </p:txBody>
      </p:sp>
      <p:sp>
        <p:nvSpPr>
          <p:cNvPr id="2" name="Espace réservé de la date 1">
            <a:extLst>
              <a:ext uri="{FF2B5EF4-FFF2-40B4-BE49-F238E27FC236}">
                <a16:creationId xmlns:a16="http://schemas.microsoft.com/office/drawing/2014/main" id="{CED9DF73-2F93-60D4-6603-94362319E3FB}"/>
              </a:ext>
            </a:extLst>
          </p:cNvPr>
          <p:cNvSpPr>
            <a:spLocks noGrp="1"/>
          </p:cNvSpPr>
          <p:nvPr>
            <p:ph type="dt" sz="half" idx="10"/>
          </p:nvPr>
        </p:nvSpPr>
        <p:spPr/>
        <p:txBody>
          <a:bodyPr/>
          <a:lstStyle/>
          <a:p>
            <a:r>
              <a:rPr lang="fr-FR"/>
              <a:t>16/04/2026</a:t>
            </a:r>
          </a:p>
        </p:txBody>
      </p:sp>
      <p:sp>
        <p:nvSpPr>
          <p:cNvPr id="3" name="Espace réservé du pied de page 2">
            <a:extLst>
              <a:ext uri="{FF2B5EF4-FFF2-40B4-BE49-F238E27FC236}">
                <a16:creationId xmlns:a16="http://schemas.microsoft.com/office/drawing/2014/main" id="{5B39DF56-5453-51AC-39E5-EAD8C74CC696}"/>
              </a:ext>
            </a:extLst>
          </p:cNvPr>
          <p:cNvSpPr>
            <a:spLocks noGrp="1"/>
          </p:cNvSpPr>
          <p:nvPr>
            <p:ph type="ftr" sz="quarter" idx="11"/>
          </p:nvPr>
        </p:nvSpPr>
        <p:spPr/>
        <p:txBody>
          <a:bodyPr/>
          <a:lstStyle/>
          <a:p>
            <a:r>
              <a:rPr lang="fr-FR"/>
              <a:t>IA - Vers une approche globale de gestion des risques</a:t>
            </a:r>
          </a:p>
        </p:txBody>
      </p:sp>
      <p:sp>
        <p:nvSpPr>
          <p:cNvPr id="4" name="Espace réservé du numéro de diapositive 3">
            <a:extLst>
              <a:ext uri="{FF2B5EF4-FFF2-40B4-BE49-F238E27FC236}">
                <a16:creationId xmlns:a16="http://schemas.microsoft.com/office/drawing/2014/main" id="{BC44CE77-BFC3-2386-C1E5-6586E2413FCC}"/>
              </a:ext>
            </a:extLst>
          </p:cNvPr>
          <p:cNvSpPr>
            <a:spLocks noGrp="1"/>
          </p:cNvSpPr>
          <p:nvPr>
            <p:ph type="sldNum" sz="quarter" idx="12"/>
          </p:nvPr>
        </p:nvSpPr>
        <p:spPr/>
        <p:txBody>
          <a:bodyPr/>
          <a:lstStyle/>
          <a:p>
            <a:fld id="{2AB7902B-FF97-4A88-A08E-82393A7FCB0A}" type="slidenum">
              <a:rPr lang="fr-FR" smtClean="0"/>
              <a:t>12</a:t>
            </a:fld>
            <a:endParaRPr lang="fr-FR"/>
          </a:p>
        </p:txBody>
      </p:sp>
      <p:sp>
        <p:nvSpPr>
          <p:cNvPr id="6" name="Espace réservé du texte 5">
            <a:extLst>
              <a:ext uri="{FF2B5EF4-FFF2-40B4-BE49-F238E27FC236}">
                <a16:creationId xmlns:a16="http://schemas.microsoft.com/office/drawing/2014/main" id="{505DFB05-6FE2-C500-6F43-E2B6A2D2A278}"/>
              </a:ext>
            </a:extLst>
          </p:cNvPr>
          <p:cNvSpPr>
            <a:spLocks noGrp="1"/>
          </p:cNvSpPr>
          <p:nvPr>
            <p:ph type="body" sz="quarter" idx="13"/>
          </p:nvPr>
        </p:nvSpPr>
        <p:spPr/>
        <p:txBody>
          <a:bodyPr>
            <a:normAutofit/>
          </a:bodyPr>
          <a:lstStyle/>
          <a:p>
            <a:r>
              <a:rPr lang="fr-FR" dirty="0"/>
              <a:t>Une échelle extensible pour proportionner l’étude aux risques</a:t>
            </a:r>
          </a:p>
        </p:txBody>
      </p:sp>
    </p:spTree>
    <p:extLst>
      <p:ext uri="{BB962C8B-B14F-4D97-AF65-F5344CB8AC3E}">
        <p14:creationId xmlns:p14="http://schemas.microsoft.com/office/powerpoint/2010/main" val="4228008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8D3664-F6E4-ACDE-2E91-1CB728400510}"/>
              </a:ext>
            </a:extLst>
          </p:cNvPr>
          <p:cNvSpPr>
            <a:spLocks noGrp="1"/>
          </p:cNvSpPr>
          <p:nvPr>
            <p:ph type="title"/>
          </p:nvPr>
        </p:nvSpPr>
        <p:spPr/>
        <p:txBody>
          <a:bodyPr>
            <a:normAutofit fontScale="90000"/>
          </a:bodyPr>
          <a:lstStyle/>
          <a:p>
            <a:r>
              <a:rPr lang="fr-FR" dirty="0">
                <a:latin typeface="Calibri Light" panose="020F0302020204030204" pitchFamily="34" charset="0"/>
                <a:cs typeface="Calibri Light" panose="020F0302020204030204" pitchFamily="34" charset="0"/>
              </a:rPr>
              <a:t>Étape 2 : approche par conformité</a:t>
            </a:r>
          </a:p>
        </p:txBody>
      </p:sp>
      <p:sp>
        <p:nvSpPr>
          <p:cNvPr id="9" name="Espace réservé du contenu 8">
            <a:extLst>
              <a:ext uri="{FF2B5EF4-FFF2-40B4-BE49-F238E27FC236}">
                <a16:creationId xmlns:a16="http://schemas.microsoft.com/office/drawing/2014/main" id="{8645156B-C2FB-0B5E-C30B-368097CB06F2}"/>
              </a:ext>
            </a:extLst>
          </p:cNvPr>
          <p:cNvSpPr>
            <a:spLocks noGrp="1"/>
          </p:cNvSpPr>
          <p:nvPr>
            <p:ph sz="half" idx="1"/>
          </p:nvPr>
        </p:nvSpPr>
        <p:spPr/>
        <p:txBody>
          <a:bodyPr>
            <a:normAutofit fontScale="85000" lnSpcReduction="20000"/>
          </a:bodyPr>
          <a:lstStyle/>
          <a:p>
            <a:r>
              <a:rPr lang="fr-FR" dirty="0">
                <a:latin typeface="Calibri Light" panose="020F0302020204030204" pitchFamily="34" charset="0"/>
                <a:cs typeface="Calibri Light" panose="020F0302020204030204" pitchFamily="34" charset="0"/>
              </a:rPr>
              <a:t>Problème : aucune harmonisation</a:t>
            </a:r>
          </a:p>
          <a:p>
            <a:pPr lvl="1"/>
            <a:r>
              <a:rPr lang="fr-FR" dirty="0">
                <a:latin typeface="Calibri Light" panose="020F0302020204030204" pitchFamily="34" charset="0"/>
                <a:cs typeface="Calibri Light" panose="020F0302020204030204" pitchFamily="34" charset="0"/>
              </a:rPr>
              <a:t>Les référentiels se ressemblent…</a:t>
            </a:r>
          </a:p>
          <a:p>
            <a:pPr lvl="1"/>
            <a:r>
              <a:rPr lang="fr-FR" dirty="0">
                <a:latin typeface="Calibri Light" panose="020F0302020204030204" pitchFamily="34" charset="0"/>
                <a:cs typeface="Calibri Light" panose="020F0302020204030204" pitchFamily="34" charset="0"/>
              </a:rPr>
              <a:t>Ils emploient tous un classement légèrement différent</a:t>
            </a:r>
          </a:p>
          <a:p>
            <a:pPr lvl="1"/>
            <a:r>
              <a:rPr lang="fr-FR" dirty="0">
                <a:latin typeface="Calibri Light" panose="020F0302020204030204" pitchFamily="34" charset="0"/>
                <a:cs typeface="Calibri Light" panose="020F0302020204030204" pitchFamily="34" charset="0"/>
              </a:rPr>
              <a:t>Les bonnes pratiques sont redondantes et incohérentes</a:t>
            </a:r>
          </a:p>
          <a:p>
            <a:r>
              <a:rPr lang="fr-FR" dirty="0">
                <a:latin typeface="Calibri Light" panose="020F0302020204030204" pitchFamily="34" charset="0"/>
                <a:cs typeface="Calibri Light" panose="020F0302020204030204" pitchFamily="34" charset="0"/>
              </a:rPr>
              <a:t>Solution : un référentiel pivot</a:t>
            </a:r>
          </a:p>
          <a:p>
            <a:pPr lvl="1"/>
            <a:r>
              <a:rPr lang="fr-FR" dirty="0">
                <a:latin typeface="Calibri Light" panose="020F0302020204030204" pitchFamily="34" charset="0"/>
                <a:cs typeface="Calibri Light" panose="020F0302020204030204" pitchFamily="34" charset="0"/>
              </a:rPr>
              <a:t>Des critères de confiance harmonisés</a:t>
            </a:r>
          </a:p>
          <a:p>
            <a:pPr lvl="1"/>
            <a:r>
              <a:rPr lang="fr-FR" dirty="0">
                <a:latin typeface="Calibri Light" panose="020F0302020204030204" pitchFamily="34" charset="0"/>
                <a:cs typeface="Calibri Light" panose="020F0302020204030204" pitchFamily="34" charset="0"/>
              </a:rPr>
              <a:t>Une synthèse des bonnes pratiques</a:t>
            </a:r>
          </a:p>
          <a:p>
            <a:pPr lvl="1"/>
            <a:r>
              <a:rPr lang="fr-FR" dirty="0">
                <a:latin typeface="Calibri Light" panose="020F0302020204030204" pitchFamily="34" charset="0"/>
                <a:cs typeface="Calibri Light" panose="020F0302020204030204" pitchFamily="34" charset="0"/>
              </a:rPr>
              <a:t>Un lien vers les référentiels existants</a:t>
            </a:r>
          </a:p>
          <a:p>
            <a:r>
              <a:rPr lang="fr-FR" dirty="0">
                <a:latin typeface="Calibri Light" panose="020F0302020204030204" pitchFamily="34" charset="0"/>
                <a:cs typeface="Calibri Light" panose="020F0302020204030204" pitchFamily="34" charset="0"/>
              </a:rPr>
              <a:t>Avantages</a:t>
            </a:r>
          </a:p>
          <a:p>
            <a:pPr lvl="1"/>
            <a:r>
              <a:rPr lang="fr-FR" dirty="0">
                <a:latin typeface="Calibri Light" panose="020F0302020204030204" pitchFamily="34" charset="0"/>
                <a:cs typeface="Calibri Light" panose="020F0302020204030204" pitchFamily="34" charset="0"/>
              </a:rPr>
              <a:t>Possibilité de filtrer</a:t>
            </a:r>
          </a:p>
          <a:p>
            <a:pPr lvl="1"/>
            <a:r>
              <a:rPr lang="fr-FR" dirty="0">
                <a:latin typeface="Calibri Light" panose="020F0302020204030204" pitchFamily="34" charset="0"/>
                <a:cs typeface="Calibri Light" panose="020F0302020204030204" pitchFamily="34" charset="0"/>
              </a:rPr>
              <a:t>Utile (voire suffisant) pour homologuer</a:t>
            </a:r>
          </a:p>
          <a:p>
            <a:pPr lvl="1"/>
            <a:r>
              <a:rPr lang="fr-FR" dirty="0">
                <a:latin typeface="Calibri Light" panose="020F0302020204030204" pitchFamily="34" charset="0"/>
                <a:cs typeface="Calibri Light" panose="020F0302020204030204" pitchFamily="34" charset="0"/>
              </a:rPr>
              <a:t>Valorisation des référentiels existants</a:t>
            </a:r>
          </a:p>
        </p:txBody>
      </p:sp>
      <p:graphicFrame>
        <p:nvGraphicFramePr>
          <p:cNvPr id="10" name="Espace réservé du contenu 4">
            <a:extLst>
              <a:ext uri="{FF2B5EF4-FFF2-40B4-BE49-F238E27FC236}">
                <a16:creationId xmlns:a16="http://schemas.microsoft.com/office/drawing/2014/main" id="{8586F23E-DD03-062A-D6C2-F64E95C111EA}"/>
              </a:ext>
            </a:extLst>
          </p:cNvPr>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Espace réservé de la date 2">
            <a:extLst>
              <a:ext uri="{FF2B5EF4-FFF2-40B4-BE49-F238E27FC236}">
                <a16:creationId xmlns:a16="http://schemas.microsoft.com/office/drawing/2014/main" id="{3D4C8C1F-58A7-312E-2804-D62E2F0033D7}"/>
              </a:ext>
            </a:extLst>
          </p:cNvPr>
          <p:cNvSpPr>
            <a:spLocks noGrp="1"/>
          </p:cNvSpPr>
          <p:nvPr>
            <p:ph type="dt" sz="half" idx="10"/>
          </p:nvPr>
        </p:nvSpPr>
        <p:spPr/>
        <p:txBody>
          <a:bodyPr/>
          <a:lstStyle/>
          <a:p>
            <a:r>
              <a:rPr lang="fr-FR"/>
              <a:t>16/04/2026</a:t>
            </a:r>
          </a:p>
        </p:txBody>
      </p:sp>
      <p:sp>
        <p:nvSpPr>
          <p:cNvPr id="4" name="Espace réservé du pied de page 3">
            <a:extLst>
              <a:ext uri="{FF2B5EF4-FFF2-40B4-BE49-F238E27FC236}">
                <a16:creationId xmlns:a16="http://schemas.microsoft.com/office/drawing/2014/main" id="{56A8E8B0-22CA-2FAE-F4DF-16C1C4A5551A}"/>
              </a:ext>
            </a:extLst>
          </p:cNvPr>
          <p:cNvSpPr>
            <a:spLocks noGrp="1"/>
          </p:cNvSpPr>
          <p:nvPr>
            <p:ph type="ftr" sz="quarter" idx="11"/>
          </p:nvPr>
        </p:nvSpPr>
        <p:spPr/>
        <p:txBody>
          <a:bodyPr/>
          <a:lstStyle/>
          <a:p>
            <a:r>
              <a:rPr lang="fr-FR"/>
              <a:t>IA - Vers une approche globale de gestion des risques</a:t>
            </a:r>
          </a:p>
        </p:txBody>
      </p:sp>
      <p:sp>
        <p:nvSpPr>
          <p:cNvPr id="5" name="Espace réservé du numéro de diapositive 4">
            <a:extLst>
              <a:ext uri="{FF2B5EF4-FFF2-40B4-BE49-F238E27FC236}">
                <a16:creationId xmlns:a16="http://schemas.microsoft.com/office/drawing/2014/main" id="{6DB60804-B771-B60F-290F-056BB2C32696}"/>
              </a:ext>
            </a:extLst>
          </p:cNvPr>
          <p:cNvSpPr>
            <a:spLocks noGrp="1"/>
          </p:cNvSpPr>
          <p:nvPr>
            <p:ph type="sldNum" sz="quarter" idx="12"/>
          </p:nvPr>
        </p:nvSpPr>
        <p:spPr/>
        <p:txBody>
          <a:bodyPr/>
          <a:lstStyle/>
          <a:p>
            <a:fld id="{2AB7902B-FF97-4A88-A08E-82393A7FCB0A}" type="slidenum">
              <a:rPr lang="fr-FR" smtClean="0"/>
              <a:t>13</a:t>
            </a:fld>
            <a:endParaRPr lang="fr-FR"/>
          </a:p>
        </p:txBody>
      </p:sp>
      <p:sp>
        <p:nvSpPr>
          <p:cNvPr id="6" name="Espace réservé du texte 5">
            <a:extLst>
              <a:ext uri="{FF2B5EF4-FFF2-40B4-BE49-F238E27FC236}">
                <a16:creationId xmlns:a16="http://schemas.microsoft.com/office/drawing/2014/main" id="{E0888117-E19D-D976-E09C-D9FB3282DBB5}"/>
              </a:ext>
            </a:extLst>
          </p:cNvPr>
          <p:cNvSpPr>
            <a:spLocks noGrp="1"/>
          </p:cNvSpPr>
          <p:nvPr>
            <p:ph type="body" sz="quarter" idx="13"/>
          </p:nvPr>
        </p:nvSpPr>
        <p:spPr/>
        <p:txBody>
          <a:bodyPr/>
          <a:lstStyle/>
          <a:p>
            <a:r>
              <a:rPr lang="fr-FR" dirty="0"/>
              <a:t>L’objectif : gérer les risques courants</a:t>
            </a:r>
          </a:p>
        </p:txBody>
      </p:sp>
    </p:spTree>
    <p:extLst>
      <p:ext uri="{BB962C8B-B14F-4D97-AF65-F5344CB8AC3E}">
        <p14:creationId xmlns:p14="http://schemas.microsoft.com/office/powerpoint/2010/main" val="3121453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052785-EEA5-FDEC-02A8-FF1235CA8E45}"/>
              </a:ext>
            </a:extLst>
          </p:cNvPr>
          <p:cNvSpPr>
            <a:spLocks noGrp="1"/>
          </p:cNvSpPr>
          <p:nvPr>
            <p:ph type="title"/>
          </p:nvPr>
        </p:nvSpPr>
        <p:spPr/>
        <p:txBody>
          <a:bodyPr>
            <a:normAutofit fontScale="90000"/>
          </a:bodyPr>
          <a:lstStyle/>
          <a:p>
            <a:r>
              <a:rPr lang="fr-FR" dirty="0">
                <a:latin typeface="Calibri Light" panose="020F0302020204030204" pitchFamily="34" charset="0"/>
                <a:cs typeface="Calibri Light" panose="020F0302020204030204" pitchFamily="34" charset="0"/>
              </a:rPr>
              <a:t>Étape 3 : approche par scénarios</a:t>
            </a:r>
          </a:p>
        </p:txBody>
      </p:sp>
      <p:sp>
        <p:nvSpPr>
          <p:cNvPr id="3" name="Espace réservé du contenu 2">
            <a:extLst>
              <a:ext uri="{FF2B5EF4-FFF2-40B4-BE49-F238E27FC236}">
                <a16:creationId xmlns:a16="http://schemas.microsoft.com/office/drawing/2014/main" id="{925F979D-ABEB-C288-1B84-141BE94EE5B9}"/>
              </a:ext>
            </a:extLst>
          </p:cNvPr>
          <p:cNvSpPr>
            <a:spLocks noGrp="1"/>
          </p:cNvSpPr>
          <p:nvPr>
            <p:ph sz="half" idx="1"/>
          </p:nvPr>
        </p:nvSpPr>
        <p:spPr/>
        <p:txBody>
          <a:bodyPr>
            <a:normAutofit fontScale="85000" lnSpcReduction="10000"/>
          </a:bodyPr>
          <a:lstStyle/>
          <a:p>
            <a:r>
              <a:rPr lang="fr-FR" dirty="0">
                <a:latin typeface="Calibri Light" panose="020F0302020204030204" pitchFamily="34" charset="0"/>
                <a:cs typeface="Calibri Light" panose="020F0302020204030204" pitchFamily="34" charset="0"/>
              </a:rPr>
              <a:t>Problème : pas d’approche définie</a:t>
            </a:r>
          </a:p>
          <a:p>
            <a:pPr lvl="1"/>
            <a:r>
              <a:rPr lang="fr-FR" dirty="0">
                <a:latin typeface="Calibri Light" panose="020F0302020204030204" pitchFamily="34" charset="0"/>
                <a:cs typeface="Calibri Light" panose="020F0302020204030204" pitchFamily="34" charset="0"/>
              </a:rPr>
              <a:t>Pas de méthode harmonisée pour gérer les risques spécifiques à l’IA</a:t>
            </a:r>
          </a:p>
          <a:p>
            <a:r>
              <a:rPr lang="fr-FR" dirty="0">
                <a:latin typeface="Calibri Light" panose="020F0302020204030204" pitchFamily="34" charset="0"/>
                <a:cs typeface="Calibri Light" panose="020F0302020204030204" pitchFamily="34" charset="0"/>
              </a:rPr>
              <a:t>Solution : spécialiser sa méthode</a:t>
            </a:r>
          </a:p>
          <a:p>
            <a:pPr lvl="1"/>
            <a:r>
              <a:rPr lang="fr-FR" dirty="0">
                <a:latin typeface="Calibri Light" panose="020F0302020204030204" pitchFamily="34" charset="0"/>
                <a:cs typeface="Calibri Light" panose="020F0302020204030204" pitchFamily="34" charset="0"/>
              </a:rPr>
              <a:t>Nos méthodes de gestion des risques de sécurité de l’information fonctionnent !</a:t>
            </a:r>
          </a:p>
          <a:p>
            <a:pPr lvl="1"/>
            <a:r>
              <a:rPr lang="fr-FR" dirty="0">
                <a:latin typeface="Calibri Light" panose="020F0302020204030204" pitchFamily="34" charset="0"/>
                <a:cs typeface="Calibri Light" panose="020F0302020204030204" pitchFamily="34" charset="0"/>
              </a:rPr>
              <a:t>Prendre en compte les spécificités de l’IA : données, algorithmes, conséquences au-delà de l’organisme, attaques et mesures spécifiques</a:t>
            </a:r>
          </a:p>
          <a:p>
            <a:r>
              <a:rPr lang="fr-FR" dirty="0">
                <a:latin typeface="Calibri Light" panose="020F0302020204030204" pitchFamily="34" charset="0"/>
                <a:cs typeface="Calibri Light" panose="020F0302020204030204" pitchFamily="34" charset="0"/>
              </a:rPr>
              <a:t>Avantages</a:t>
            </a:r>
          </a:p>
          <a:p>
            <a:pPr lvl="1"/>
            <a:r>
              <a:rPr lang="fr-FR" dirty="0">
                <a:latin typeface="Calibri Light" panose="020F0302020204030204" pitchFamily="34" charset="0"/>
                <a:cs typeface="Calibri Light" panose="020F0302020204030204" pitchFamily="34" charset="0"/>
              </a:rPr>
              <a:t>On n’ajoute pas de nouvel outil</a:t>
            </a:r>
          </a:p>
          <a:p>
            <a:pPr lvl="1"/>
            <a:r>
              <a:rPr lang="fr-FR" dirty="0">
                <a:latin typeface="Calibri Light" panose="020F0302020204030204" pitchFamily="34" charset="0"/>
                <a:cs typeface="Calibri Light" panose="020F0302020204030204" pitchFamily="34" charset="0"/>
              </a:rPr>
              <a:t>On considère réellement les spécificités</a:t>
            </a:r>
          </a:p>
          <a:p>
            <a:pPr lvl="1"/>
            <a:r>
              <a:rPr lang="fr-FR" dirty="0">
                <a:latin typeface="Calibri Light" panose="020F0302020204030204" pitchFamily="34" charset="0"/>
                <a:cs typeface="Calibri Light" panose="020F0302020204030204" pitchFamily="34" charset="0"/>
              </a:rPr>
              <a:t>Directement utile pour homologuer</a:t>
            </a:r>
          </a:p>
          <a:p>
            <a:pPr lvl="1"/>
            <a:endParaRPr lang="fr-FR" dirty="0">
              <a:latin typeface="Calibri Light" panose="020F0302020204030204" pitchFamily="34" charset="0"/>
              <a:cs typeface="Calibri Light" panose="020F0302020204030204" pitchFamily="34" charset="0"/>
            </a:endParaRPr>
          </a:p>
          <a:p>
            <a:endParaRPr lang="fr-FR" dirty="0">
              <a:latin typeface="Calibri Light" panose="020F0302020204030204" pitchFamily="34" charset="0"/>
              <a:cs typeface="Calibri Light" panose="020F0302020204030204" pitchFamily="34" charset="0"/>
            </a:endParaRPr>
          </a:p>
        </p:txBody>
      </p:sp>
      <p:graphicFrame>
        <p:nvGraphicFramePr>
          <p:cNvPr id="5" name="Espace réservé du contenu 4">
            <a:extLst>
              <a:ext uri="{FF2B5EF4-FFF2-40B4-BE49-F238E27FC236}">
                <a16:creationId xmlns:a16="http://schemas.microsoft.com/office/drawing/2014/main" id="{84077CA9-6AB5-BA99-5E2A-796E306CF047}"/>
              </a:ext>
            </a:extLst>
          </p:cNvPr>
          <p:cNvGraphicFramePr>
            <a:graphicFrameLocks noGrp="1"/>
          </p:cNvGraphicFramePr>
          <p:nvPr>
            <p:ph sz="half" idx="2"/>
          </p:nvPr>
        </p:nvGraphicFramePr>
        <p:xfrm>
          <a:off x="6172200" y="1825624"/>
          <a:ext cx="5536580" cy="44413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e la date 3">
            <a:extLst>
              <a:ext uri="{FF2B5EF4-FFF2-40B4-BE49-F238E27FC236}">
                <a16:creationId xmlns:a16="http://schemas.microsoft.com/office/drawing/2014/main" id="{B85D3FE9-2769-F707-7CBC-440B79B7A771}"/>
              </a:ext>
            </a:extLst>
          </p:cNvPr>
          <p:cNvSpPr>
            <a:spLocks noGrp="1"/>
          </p:cNvSpPr>
          <p:nvPr>
            <p:ph type="dt" sz="half" idx="10"/>
          </p:nvPr>
        </p:nvSpPr>
        <p:spPr/>
        <p:txBody>
          <a:bodyPr/>
          <a:lstStyle/>
          <a:p>
            <a:r>
              <a:rPr lang="fr-FR"/>
              <a:t>16/04/2026</a:t>
            </a:r>
          </a:p>
        </p:txBody>
      </p:sp>
      <p:sp>
        <p:nvSpPr>
          <p:cNvPr id="6" name="Espace réservé du pied de page 5">
            <a:extLst>
              <a:ext uri="{FF2B5EF4-FFF2-40B4-BE49-F238E27FC236}">
                <a16:creationId xmlns:a16="http://schemas.microsoft.com/office/drawing/2014/main" id="{C804A60A-7D7F-BC98-92EB-97D5D8D2D8BA}"/>
              </a:ext>
            </a:extLst>
          </p:cNvPr>
          <p:cNvSpPr>
            <a:spLocks noGrp="1"/>
          </p:cNvSpPr>
          <p:nvPr>
            <p:ph type="ftr" sz="quarter" idx="11"/>
          </p:nvPr>
        </p:nvSpPr>
        <p:spPr/>
        <p:txBody>
          <a:bodyPr/>
          <a:lstStyle/>
          <a:p>
            <a:r>
              <a:rPr lang="fr-FR"/>
              <a:t>IA - Vers une approche globale de gestion des risques</a:t>
            </a:r>
          </a:p>
        </p:txBody>
      </p:sp>
      <p:sp>
        <p:nvSpPr>
          <p:cNvPr id="8" name="Espace réservé du numéro de diapositive 7">
            <a:extLst>
              <a:ext uri="{FF2B5EF4-FFF2-40B4-BE49-F238E27FC236}">
                <a16:creationId xmlns:a16="http://schemas.microsoft.com/office/drawing/2014/main" id="{F00CF6C6-ECD0-CD14-E504-6DFC7934CE6E}"/>
              </a:ext>
            </a:extLst>
          </p:cNvPr>
          <p:cNvSpPr>
            <a:spLocks noGrp="1"/>
          </p:cNvSpPr>
          <p:nvPr>
            <p:ph type="sldNum" sz="quarter" idx="12"/>
          </p:nvPr>
        </p:nvSpPr>
        <p:spPr/>
        <p:txBody>
          <a:bodyPr/>
          <a:lstStyle/>
          <a:p>
            <a:fld id="{2AB7902B-FF97-4A88-A08E-82393A7FCB0A}" type="slidenum">
              <a:rPr lang="fr-FR" smtClean="0"/>
              <a:t>14</a:t>
            </a:fld>
            <a:endParaRPr lang="fr-FR"/>
          </a:p>
        </p:txBody>
      </p:sp>
      <p:sp>
        <p:nvSpPr>
          <p:cNvPr id="9" name="Espace réservé du texte 8">
            <a:extLst>
              <a:ext uri="{FF2B5EF4-FFF2-40B4-BE49-F238E27FC236}">
                <a16:creationId xmlns:a16="http://schemas.microsoft.com/office/drawing/2014/main" id="{FE60B3FC-D944-E055-DA30-BA5558489C32}"/>
              </a:ext>
            </a:extLst>
          </p:cNvPr>
          <p:cNvSpPr>
            <a:spLocks noGrp="1"/>
          </p:cNvSpPr>
          <p:nvPr>
            <p:ph type="body" sz="quarter" idx="13"/>
          </p:nvPr>
        </p:nvSpPr>
        <p:spPr/>
        <p:txBody>
          <a:bodyPr/>
          <a:lstStyle/>
          <a:p>
            <a:r>
              <a:rPr lang="fr-FR" dirty="0"/>
              <a:t>L’objectif  : gérer les attaques ciblées</a:t>
            </a:r>
          </a:p>
        </p:txBody>
      </p:sp>
      <p:sp>
        <p:nvSpPr>
          <p:cNvPr id="7" name="ZoneTexte 6">
            <a:extLst>
              <a:ext uri="{FF2B5EF4-FFF2-40B4-BE49-F238E27FC236}">
                <a16:creationId xmlns:a16="http://schemas.microsoft.com/office/drawing/2014/main" id="{2CF0EA32-EB83-5480-24C6-DC927327ED61}"/>
              </a:ext>
            </a:extLst>
          </p:cNvPr>
          <p:cNvSpPr txBox="1"/>
          <p:nvPr/>
        </p:nvSpPr>
        <p:spPr>
          <a:xfrm>
            <a:off x="6172200" y="1771072"/>
            <a:ext cx="5181600" cy="400110"/>
          </a:xfrm>
          <a:prstGeom prst="rect">
            <a:avLst/>
          </a:prstGeom>
          <a:noFill/>
        </p:spPr>
        <p:txBody>
          <a:bodyPr wrap="square">
            <a:spAutoFit/>
          </a:bodyPr>
          <a:lstStyle/>
          <a:p>
            <a:pPr algn="ctr"/>
            <a:r>
              <a:rPr lang="fr-FR" sz="2000" dirty="0">
                <a:latin typeface="Calibri Light" panose="020F0302020204030204" pitchFamily="34" charset="0"/>
                <a:cs typeface="Calibri Light" panose="020F0302020204030204" pitchFamily="34" charset="0"/>
              </a:rPr>
              <a:t>Exemple : spécialisation d’EBIOS </a:t>
            </a:r>
            <a:r>
              <a:rPr lang="fr-FR" sz="2000" i="1" dirty="0">
                <a:latin typeface="Calibri Light" panose="020F0302020204030204" pitchFamily="34" charset="0"/>
                <a:cs typeface="Calibri Light" panose="020F0302020204030204" pitchFamily="34" charset="0"/>
              </a:rPr>
              <a:t>Risk Manager</a:t>
            </a:r>
            <a:endParaRPr lang="fr-FR" sz="2000" dirty="0"/>
          </a:p>
        </p:txBody>
      </p:sp>
    </p:spTree>
    <p:extLst>
      <p:ext uri="{BB962C8B-B14F-4D97-AF65-F5344CB8AC3E}">
        <p14:creationId xmlns:p14="http://schemas.microsoft.com/office/powerpoint/2010/main" val="2454260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615E8-F64F-BE64-F21E-BADF141E543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9CE99B6-9218-9863-2D02-46778F3B07B3}"/>
              </a:ext>
            </a:extLst>
          </p:cNvPr>
          <p:cNvSpPr>
            <a:spLocks noGrp="1"/>
          </p:cNvSpPr>
          <p:nvPr>
            <p:ph type="title"/>
          </p:nvPr>
        </p:nvSpPr>
        <p:spPr/>
        <p:txBody>
          <a:bodyPr>
            <a:normAutofit fontScale="90000"/>
          </a:bodyPr>
          <a:lstStyle/>
          <a:p>
            <a:r>
              <a:rPr lang="fr-FR" dirty="0">
                <a:latin typeface="Calibri Light" panose="020F0302020204030204" pitchFamily="34" charset="0"/>
                <a:cs typeface="Calibri Light" panose="020F0302020204030204" pitchFamily="34" charset="0"/>
              </a:rPr>
              <a:t>Étape 4 : produire les livrables</a:t>
            </a:r>
          </a:p>
        </p:txBody>
      </p:sp>
      <p:sp>
        <p:nvSpPr>
          <p:cNvPr id="3" name="Espace réservé du contenu 2">
            <a:extLst>
              <a:ext uri="{FF2B5EF4-FFF2-40B4-BE49-F238E27FC236}">
                <a16:creationId xmlns:a16="http://schemas.microsoft.com/office/drawing/2014/main" id="{9DB01429-C160-7E59-43A1-B0DF10D16894}"/>
              </a:ext>
            </a:extLst>
          </p:cNvPr>
          <p:cNvSpPr>
            <a:spLocks noGrp="1"/>
          </p:cNvSpPr>
          <p:nvPr>
            <p:ph sz="half" idx="1"/>
          </p:nvPr>
        </p:nvSpPr>
        <p:spPr/>
        <p:txBody>
          <a:bodyPr>
            <a:normAutofit/>
          </a:bodyPr>
          <a:lstStyle/>
          <a:p>
            <a:endParaRPr lang="fr-FR" dirty="0">
              <a:latin typeface="Calibri Light" panose="020F0302020204030204" pitchFamily="34" charset="0"/>
              <a:cs typeface="Calibri Light" panose="020F0302020204030204" pitchFamily="34" charset="0"/>
            </a:endParaRPr>
          </a:p>
        </p:txBody>
      </p:sp>
      <p:sp>
        <p:nvSpPr>
          <p:cNvPr id="4" name="Espace réservé de la date 3">
            <a:extLst>
              <a:ext uri="{FF2B5EF4-FFF2-40B4-BE49-F238E27FC236}">
                <a16:creationId xmlns:a16="http://schemas.microsoft.com/office/drawing/2014/main" id="{8F2AADF3-E54E-B3F4-95E9-34138BA0AFB7}"/>
              </a:ext>
            </a:extLst>
          </p:cNvPr>
          <p:cNvSpPr>
            <a:spLocks noGrp="1"/>
          </p:cNvSpPr>
          <p:nvPr>
            <p:ph type="dt" sz="half" idx="10"/>
          </p:nvPr>
        </p:nvSpPr>
        <p:spPr/>
        <p:txBody>
          <a:bodyPr/>
          <a:lstStyle/>
          <a:p>
            <a:r>
              <a:rPr lang="fr-FR"/>
              <a:t>16/04/2026</a:t>
            </a:r>
          </a:p>
        </p:txBody>
      </p:sp>
      <p:sp>
        <p:nvSpPr>
          <p:cNvPr id="6" name="Espace réservé du pied de page 5">
            <a:extLst>
              <a:ext uri="{FF2B5EF4-FFF2-40B4-BE49-F238E27FC236}">
                <a16:creationId xmlns:a16="http://schemas.microsoft.com/office/drawing/2014/main" id="{CDB5B841-48DF-2085-DE3D-8C7B22F0E38E}"/>
              </a:ext>
            </a:extLst>
          </p:cNvPr>
          <p:cNvSpPr>
            <a:spLocks noGrp="1"/>
          </p:cNvSpPr>
          <p:nvPr>
            <p:ph type="ftr" sz="quarter" idx="11"/>
          </p:nvPr>
        </p:nvSpPr>
        <p:spPr/>
        <p:txBody>
          <a:bodyPr/>
          <a:lstStyle/>
          <a:p>
            <a:r>
              <a:rPr lang="fr-FR"/>
              <a:t>IA - Vers une approche globale de gestion des risques</a:t>
            </a:r>
          </a:p>
        </p:txBody>
      </p:sp>
      <p:sp>
        <p:nvSpPr>
          <p:cNvPr id="8" name="Espace réservé du numéro de diapositive 7">
            <a:extLst>
              <a:ext uri="{FF2B5EF4-FFF2-40B4-BE49-F238E27FC236}">
                <a16:creationId xmlns:a16="http://schemas.microsoft.com/office/drawing/2014/main" id="{3DF2B1FA-FC93-F2E7-5C40-6FE2C78F690D}"/>
              </a:ext>
            </a:extLst>
          </p:cNvPr>
          <p:cNvSpPr>
            <a:spLocks noGrp="1"/>
          </p:cNvSpPr>
          <p:nvPr>
            <p:ph type="sldNum" sz="quarter" idx="12"/>
          </p:nvPr>
        </p:nvSpPr>
        <p:spPr/>
        <p:txBody>
          <a:bodyPr/>
          <a:lstStyle/>
          <a:p>
            <a:fld id="{2AB7902B-FF97-4A88-A08E-82393A7FCB0A}" type="slidenum">
              <a:rPr lang="fr-FR" smtClean="0"/>
              <a:t>15</a:t>
            </a:fld>
            <a:endParaRPr lang="fr-FR"/>
          </a:p>
        </p:txBody>
      </p:sp>
      <p:sp>
        <p:nvSpPr>
          <p:cNvPr id="9" name="Espace réservé du texte 8">
            <a:extLst>
              <a:ext uri="{FF2B5EF4-FFF2-40B4-BE49-F238E27FC236}">
                <a16:creationId xmlns:a16="http://schemas.microsoft.com/office/drawing/2014/main" id="{EF336A9C-2D48-AF4B-A33A-FEBA2B99A838}"/>
              </a:ext>
            </a:extLst>
          </p:cNvPr>
          <p:cNvSpPr>
            <a:spLocks noGrp="1"/>
          </p:cNvSpPr>
          <p:nvPr>
            <p:ph type="body" sz="quarter" idx="13"/>
          </p:nvPr>
        </p:nvSpPr>
        <p:spPr/>
        <p:txBody>
          <a:bodyPr/>
          <a:lstStyle/>
          <a:p>
            <a:r>
              <a:rPr lang="fr-FR" dirty="0"/>
              <a:t>&lt;à rédiger&gt;</a:t>
            </a:r>
          </a:p>
        </p:txBody>
      </p:sp>
      <p:sp>
        <p:nvSpPr>
          <p:cNvPr id="11" name="Espace réservé du contenu 10">
            <a:extLst>
              <a:ext uri="{FF2B5EF4-FFF2-40B4-BE49-F238E27FC236}">
                <a16:creationId xmlns:a16="http://schemas.microsoft.com/office/drawing/2014/main" id="{B2014481-05A9-B440-A77A-E8205CAC38A5}"/>
              </a:ext>
            </a:extLst>
          </p:cNvPr>
          <p:cNvSpPr>
            <a:spLocks noGrp="1"/>
          </p:cNvSpPr>
          <p:nvPr>
            <p:ph sz="half" idx="2"/>
          </p:nvPr>
        </p:nvSpPr>
        <p:spPr/>
        <p:txBody>
          <a:bodyPr/>
          <a:lstStyle/>
          <a:p>
            <a:endParaRPr lang="fr-FR"/>
          </a:p>
        </p:txBody>
      </p:sp>
    </p:spTree>
    <p:extLst>
      <p:ext uri="{BB962C8B-B14F-4D97-AF65-F5344CB8AC3E}">
        <p14:creationId xmlns:p14="http://schemas.microsoft.com/office/powerpoint/2010/main" val="1570112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41D43-3D84-8628-589F-28D2D546A135}"/>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2DB598D4-329A-559D-EE06-0076A050351B}"/>
              </a:ext>
            </a:extLst>
          </p:cNvPr>
          <p:cNvSpPr>
            <a:spLocks noGrp="1"/>
          </p:cNvSpPr>
          <p:nvPr>
            <p:ph type="title"/>
          </p:nvPr>
        </p:nvSpPr>
        <p:spPr/>
        <p:txBody>
          <a:bodyPr>
            <a:normAutofit fontScale="90000"/>
          </a:bodyPr>
          <a:lstStyle/>
          <a:p>
            <a:r>
              <a:rPr lang="fr-FR" dirty="0"/>
              <a:t>Les livrables</a:t>
            </a:r>
          </a:p>
        </p:txBody>
      </p:sp>
      <p:graphicFrame>
        <p:nvGraphicFramePr>
          <p:cNvPr id="2" name="Espace réservé du contenu 1">
            <a:extLst>
              <a:ext uri="{FF2B5EF4-FFF2-40B4-BE49-F238E27FC236}">
                <a16:creationId xmlns:a16="http://schemas.microsoft.com/office/drawing/2014/main" id="{42F05175-582A-822D-B848-E1105948D210}"/>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Espace réservé du pied de page 4">
            <a:extLst>
              <a:ext uri="{FF2B5EF4-FFF2-40B4-BE49-F238E27FC236}">
                <a16:creationId xmlns:a16="http://schemas.microsoft.com/office/drawing/2014/main" id="{8D651256-7E91-4A56-DE2E-76B402621FE8}"/>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6" name="Espace réservé du numéro de diapositive 5">
            <a:extLst>
              <a:ext uri="{FF2B5EF4-FFF2-40B4-BE49-F238E27FC236}">
                <a16:creationId xmlns:a16="http://schemas.microsoft.com/office/drawing/2014/main" id="{12C6F8C2-4B6B-EF74-F0A9-ADC4B8B25C43}"/>
              </a:ext>
            </a:extLst>
          </p:cNvPr>
          <p:cNvSpPr>
            <a:spLocks noGrp="1"/>
          </p:cNvSpPr>
          <p:nvPr>
            <p:ph type="sldNum" sz="quarter" idx="12"/>
          </p:nvPr>
        </p:nvSpPr>
        <p:spPr/>
        <p:txBody>
          <a:bodyPr/>
          <a:lstStyle/>
          <a:p>
            <a:fld id="{294A09A9-5501-47C1-A89A-A340965A2BE2}" type="slidenum">
              <a:rPr lang="fr-FR" smtClean="0"/>
              <a:pPr/>
              <a:t>16</a:t>
            </a:fld>
            <a:endParaRPr lang="fr-FR"/>
          </a:p>
        </p:txBody>
      </p:sp>
      <p:sp>
        <p:nvSpPr>
          <p:cNvPr id="4" name="Espace réservé de la date 3">
            <a:extLst>
              <a:ext uri="{FF2B5EF4-FFF2-40B4-BE49-F238E27FC236}">
                <a16:creationId xmlns:a16="http://schemas.microsoft.com/office/drawing/2014/main" id="{CF1F6F35-FD9A-9281-AF92-6B6E530DF1FB}"/>
              </a:ext>
            </a:extLst>
          </p:cNvPr>
          <p:cNvSpPr>
            <a:spLocks noGrp="1"/>
          </p:cNvSpPr>
          <p:nvPr>
            <p:ph type="dt" sz="half" idx="10"/>
          </p:nvPr>
        </p:nvSpPr>
        <p:spPr/>
        <p:txBody>
          <a:bodyPr/>
          <a:lstStyle/>
          <a:p>
            <a:r>
              <a:rPr lang="fr-FR"/>
              <a:t>16/04/2026</a:t>
            </a:r>
            <a:endParaRPr lang="fr-FR" dirty="0"/>
          </a:p>
        </p:txBody>
      </p:sp>
      <p:sp>
        <p:nvSpPr>
          <p:cNvPr id="9" name="Espace réservé du texte 8">
            <a:extLst>
              <a:ext uri="{FF2B5EF4-FFF2-40B4-BE49-F238E27FC236}">
                <a16:creationId xmlns:a16="http://schemas.microsoft.com/office/drawing/2014/main" id="{6C8F18E3-6B76-8586-A00F-91073E1B94CF}"/>
              </a:ext>
            </a:extLst>
          </p:cNvPr>
          <p:cNvSpPr>
            <a:spLocks noGrp="1"/>
          </p:cNvSpPr>
          <p:nvPr>
            <p:ph type="body" sz="quarter" idx="13"/>
          </p:nvPr>
        </p:nvSpPr>
        <p:spPr/>
        <p:txBody>
          <a:bodyPr/>
          <a:lstStyle/>
          <a:p>
            <a:r>
              <a:rPr lang="fr-FR" dirty="0"/>
              <a:t>Où en est-on ?</a:t>
            </a:r>
          </a:p>
        </p:txBody>
      </p:sp>
    </p:spTree>
    <p:extLst>
      <p:ext uri="{BB962C8B-B14F-4D97-AF65-F5344CB8AC3E}">
        <p14:creationId xmlns:p14="http://schemas.microsoft.com/office/powerpoint/2010/main" val="4240601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DED09-9324-46CF-BC61-B94D51074B04}"/>
            </a:ext>
          </a:extLst>
        </p:cNvPr>
        <p:cNvGrpSpPr/>
        <p:nvPr/>
      </p:nvGrpSpPr>
      <p:grpSpPr>
        <a:xfrm>
          <a:off x="0" y="0"/>
          <a:ext cx="0" cy="0"/>
          <a:chOff x="0" y="0"/>
          <a:chExt cx="0" cy="0"/>
        </a:xfrm>
      </p:grpSpPr>
      <p:sp>
        <p:nvSpPr>
          <p:cNvPr id="9" name="Titre 8">
            <a:extLst>
              <a:ext uri="{FF2B5EF4-FFF2-40B4-BE49-F238E27FC236}">
                <a16:creationId xmlns:a16="http://schemas.microsoft.com/office/drawing/2014/main" id="{3069E2A1-9280-2F1C-8E81-957EE54C3EB2}"/>
              </a:ext>
            </a:extLst>
          </p:cNvPr>
          <p:cNvSpPr>
            <a:spLocks noGrp="1"/>
          </p:cNvSpPr>
          <p:nvPr>
            <p:ph type="ctrTitle"/>
          </p:nvPr>
        </p:nvSpPr>
        <p:spPr/>
        <p:txBody>
          <a:bodyPr/>
          <a:lstStyle/>
          <a:p>
            <a:r>
              <a:rPr lang="fr-FR" dirty="0"/>
              <a:t>Les suites</a:t>
            </a:r>
          </a:p>
        </p:txBody>
      </p:sp>
      <p:sp>
        <p:nvSpPr>
          <p:cNvPr id="10" name="Sous-titre 9">
            <a:extLst>
              <a:ext uri="{FF2B5EF4-FFF2-40B4-BE49-F238E27FC236}">
                <a16:creationId xmlns:a16="http://schemas.microsoft.com/office/drawing/2014/main" id="{31EF771E-D20E-3D38-61A6-1B07CCC9FCEA}"/>
              </a:ext>
            </a:extLst>
          </p:cNvPr>
          <p:cNvSpPr>
            <a:spLocks noGrp="1"/>
          </p:cNvSpPr>
          <p:nvPr>
            <p:ph type="subTitle" idx="1"/>
          </p:nvPr>
        </p:nvSpPr>
        <p:spPr/>
        <p:txBody>
          <a:bodyPr/>
          <a:lstStyle/>
          <a:p>
            <a:r>
              <a:rPr lang="fr-FR" dirty="0"/>
              <a:t>Comment améliorer et valoriser les travaux ?</a:t>
            </a:r>
          </a:p>
        </p:txBody>
      </p:sp>
      <p:sp>
        <p:nvSpPr>
          <p:cNvPr id="5" name="Espace réservé de la date 4">
            <a:extLst>
              <a:ext uri="{FF2B5EF4-FFF2-40B4-BE49-F238E27FC236}">
                <a16:creationId xmlns:a16="http://schemas.microsoft.com/office/drawing/2014/main" id="{A157B2F6-3EEA-08A1-3294-614C63D3F1E8}"/>
              </a:ext>
            </a:extLst>
          </p:cNvPr>
          <p:cNvSpPr>
            <a:spLocks noGrp="1"/>
          </p:cNvSpPr>
          <p:nvPr>
            <p:ph type="dt" sz="half" idx="10"/>
          </p:nvPr>
        </p:nvSpPr>
        <p:spPr/>
        <p:txBody>
          <a:bodyPr/>
          <a:lstStyle/>
          <a:p>
            <a:pPr rtl="0"/>
            <a:r>
              <a:rPr lang="fr-FR" noProof="0"/>
              <a:t>16/04/2026</a:t>
            </a:r>
          </a:p>
        </p:txBody>
      </p:sp>
      <p:sp>
        <p:nvSpPr>
          <p:cNvPr id="6" name="Espace réservé du pied de page 5">
            <a:extLst>
              <a:ext uri="{FF2B5EF4-FFF2-40B4-BE49-F238E27FC236}">
                <a16:creationId xmlns:a16="http://schemas.microsoft.com/office/drawing/2014/main" id="{797D23B7-750C-1BD8-74FA-65284F33AE43}"/>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7" name="Espace réservé du numéro de diapositive 6">
            <a:extLst>
              <a:ext uri="{FF2B5EF4-FFF2-40B4-BE49-F238E27FC236}">
                <a16:creationId xmlns:a16="http://schemas.microsoft.com/office/drawing/2014/main" id="{928FAEE6-6F60-2C51-3C6D-7EAF3F3984B6}"/>
              </a:ext>
            </a:extLst>
          </p:cNvPr>
          <p:cNvSpPr>
            <a:spLocks noGrp="1"/>
          </p:cNvSpPr>
          <p:nvPr>
            <p:ph type="sldNum" sz="quarter" idx="12"/>
          </p:nvPr>
        </p:nvSpPr>
        <p:spPr/>
        <p:txBody>
          <a:bodyPr/>
          <a:lstStyle/>
          <a:p>
            <a:pPr rtl="0"/>
            <a:fld id="{294A09A9-5501-47C1-A89A-A340965A2BE2}" type="slidenum">
              <a:rPr lang="fr-FR" noProof="0" smtClean="0"/>
              <a:t>17</a:t>
            </a:fld>
            <a:endParaRPr lang="fr-FR" noProof="0"/>
          </a:p>
        </p:txBody>
      </p:sp>
    </p:spTree>
    <p:extLst>
      <p:ext uri="{BB962C8B-B14F-4D97-AF65-F5344CB8AC3E}">
        <p14:creationId xmlns:p14="http://schemas.microsoft.com/office/powerpoint/2010/main" val="42936320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B2AA519B-1C0F-9F27-3C13-DF48E693CBA0}"/>
              </a:ext>
            </a:extLst>
          </p:cNvPr>
          <p:cNvSpPr>
            <a:spLocks noGrp="1"/>
          </p:cNvSpPr>
          <p:nvPr>
            <p:ph type="title"/>
          </p:nvPr>
        </p:nvSpPr>
        <p:spPr/>
        <p:txBody>
          <a:bodyPr>
            <a:normAutofit fontScale="90000"/>
          </a:bodyPr>
          <a:lstStyle/>
          <a:p>
            <a:r>
              <a:rPr lang="fr-FR" dirty="0"/>
              <a:t>Et maintenant ?</a:t>
            </a:r>
          </a:p>
        </p:txBody>
      </p:sp>
      <p:sp>
        <p:nvSpPr>
          <p:cNvPr id="8" name="Espace réservé du contenu 7">
            <a:extLst>
              <a:ext uri="{FF2B5EF4-FFF2-40B4-BE49-F238E27FC236}">
                <a16:creationId xmlns:a16="http://schemas.microsoft.com/office/drawing/2014/main" id="{D2771142-5AEB-B34F-C095-AB58D4A0D3AE}"/>
              </a:ext>
            </a:extLst>
          </p:cNvPr>
          <p:cNvSpPr>
            <a:spLocks noGrp="1"/>
          </p:cNvSpPr>
          <p:nvPr>
            <p:ph sz="half" idx="1"/>
          </p:nvPr>
        </p:nvSpPr>
        <p:spPr>
          <a:xfrm>
            <a:off x="838200" y="1825625"/>
            <a:ext cx="5425440" cy="4351338"/>
          </a:xfrm>
        </p:spPr>
        <p:txBody>
          <a:bodyPr>
            <a:normAutofit fontScale="62500" lnSpcReduction="20000"/>
          </a:bodyPr>
          <a:lstStyle/>
          <a:p>
            <a:r>
              <a:rPr lang="fr-FR" dirty="0"/>
              <a:t>Un projet en </a:t>
            </a:r>
            <a:r>
              <a:rPr lang="fr-FR" b="1" dirty="0"/>
              <a:t>amélioration continue</a:t>
            </a:r>
          </a:p>
          <a:p>
            <a:endParaRPr lang="fr-FR" dirty="0"/>
          </a:p>
          <a:p>
            <a:r>
              <a:rPr lang="fr-FR" dirty="0"/>
              <a:t>Une </a:t>
            </a:r>
            <a:r>
              <a:rPr lang="fr-FR" b="1" dirty="0"/>
              <a:t>étude de cas</a:t>
            </a:r>
            <a:r>
              <a:rPr lang="fr-FR" dirty="0"/>
              <a:t> pour éprouver la démarche</a:t>
            </a:r>
          </a:p>
          <a:p>
            <a:pPr marL="457200" lvl="1" indent="0">
              <a:buNone/>
            </a:pPr>
            <a:r>
              <a:rPr lang="fr-FR" dirty="0"/>
              <a:t>Objet de l’étude : contrôler l’accès à une zone sécurisée à l'aide d'un dispositif de reconnaissance faciale</a:t>
            </a:r>
          </a:p>
          <a:p>
            <a:pPr marL="457200" lvl="1" indent="0">
              <a:buNone/>
            </a:pPr>
            <a:r>
              <a:rPr lang="fr-FR" dirty="0">
                <a:sym typeface="Wingdings" panose="05000000000000000000" pitchFamily="2" charset="2"/>
              </a:rPr>
              <a:t> Point de vue global (sécurité, vie privée, environnement)</a:t>
            </a:r>
          </a:p>
          <a:p>
            <a:pPr marL="457200" lvl="1" indent="0">
              <a:buNone/>
            </a:pPr>
            <a:r>
              <a:rPr lang="fr-FR" dirty="0">
                <a:sym typeface="Wingdings" panose="05000000000000000000" pitchFamily="2" charset="2"/>
              </a:rPr>
              <a:t> </a:t>
            </a:r>
            <a:r>
              <a:rPr lang="fr-FR" dirty="0"/>
              <a:t>Niveau de risque élevé</a:t>
            </a:r>
          </a:p>
          <a:p>
            <a:pPr marL="457200" lvl="1" indent="0">
              <a:buNone/>
            </a:pPr>
            <a:r>
              <a:rPr lang="fr-FR" dirty="0">
                <a:sym typeface="Wingdings" panose="05000000000000000000" pitchFamily="2" charset="2"/>
              </a:rPr>
              <a:t></a:t>
            </a:r>
            <a:r>
              <a:rPr lang="fr-FR" dirty="0"/>
              <a:t> Approche par conformité + par scénarios</a:t>
            </a:r>
          </a:p>
          <a:p>
            <a:endParaRPr lang="fr-FR" dirty="0"/>
          </a:p>
          <a:p>
            <a:r>
              <a:rPr lang="fr-FR" dirty="0"/>
              <a:t>Des </a:t>
            </a:r>
            <a:r>
              <a:rPr lang="fr-FR" b="1" dirty="0"/>
              <a:t>travaux annexes</a:t>
            </a:r>
            <a:r>
              <a:rPr lang="fr-FR" dirty="0"/>
              <a:t> pour améliorer divers documents de référence et travaux en cours ou à venir </a:t>
            </a:r>
            <a:endParaRPr lang="fr-FR" b="1" dirty="0"/>
          </a:p>
          <a:p>
            <a:pPr lvl="1"/>
            <a:r>
              <a:rPr lang="fr-FR" dirty="0"/>
              <a:t>Hub France IA : guide Attaques sur l’IA</a:t>
            </a:r>
          </a:p>
          <a:p>
            <a:pPr lvl="1"/>
            <a:r>
              <a:rPr lang="fr-FR" dirty="0"/>
              <a:t>ISO - IA : ISO/IEC 42001, 23894, 42005, etc.</a:t>
            </a:r>
          </a:p>
          <a:p>
            <a:pPr lvl="1"/>
            <a:r>
              <a:rPr lang="fr-FR" dirty="0"/>
              <a:t>ISO - Sécurité de l’information : ISO/IEC 27001 et 27005</a:t>
            </a:r>
          </a:p>
          <a:p>
            <a:endParaRPr lang="fr-FR" dirty="0"/>
          </a:p>
          <a:p>
            <a:r>
              <a:rPr lang="fr-FR" dirty="0"/>
              <a:t>Un projet de </a:t>
            </a:r>
            <a:r>
              <a:rPr lang="fr-FR" b="1" dirty="0"/>
              <a:t>visualisation de données</a:t>
            </a:r>
          </a:p>
        </p:txBody>
      </p:sp>
      <p:graphicFrame>
        <p:nvGraphicFramePr>
          <p:cNvPr id="11" name="Espace réservé du contenu 10">
            <a:extLst>
              <a:ext uri="{FF2B5EF4-FFF2-40B4-BE49-F238E27FC236}">
                <a16:creationId xmlns:a16="http://schemas.microsoft.com/office/drawing/2014/main" id="{D3493F4E-313F-BA0C-35BB-22362DBE2896}"/>
              </a:ext>
            </a:extLst>
          </p:cNvPr>
          <p:cNvGraphicFramePr>
            <a:graphicFrameLocks noGrp="1"/>
          </p:cNvGraphicFramePr>
          <p:nvPr>
            <p:ph sz="half" idx="2"/>
          </p:nvPr>
        </p:nvGraphicFramePr>
        <p:xfrm>
          <a:off x="6172200" y="1137920"/>
          <a:ext cx="5918200" cy="50390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e la date 3">
            <a:extLst>
              <a:ext uri="{FF2B5EF4-FFF2-40B4-BE49-F238E27FC236}">
                <a16:creationId xmlns:a16="http://schemas.microsoft.com/office/drawing/2014/main" id="{DB4A2234-0932-0D84-9156-E61501FC55E6}"/>
              </a:ext>
            </a:extLst>
          </p:cNvPr>
          <p:cNvSpPr>
            <a:spLocks noGrp="1"/>
          </p:cNvSpPr>
          <p:nvPr>
            <p:ph type="dt" sz="half" idx="10"/>
          </p:nvPr>
        </p:nvSpPr>
        <p:spPr/>
        <p:txBody>
          <a:bodyPr/>
          <a:lstStyle/>
          <a:p>
            <a:r>
              <a:rPr lang="fr-FR"/>
              <a:t>16/04/2026</a:t>
            </a:r>
            <a:endParaRPr lang="fr-FR" dirty="0"/>
          </a:p>
        </p:txBody>
      </p:sp>
      <p:sp>
        <p:nvSpPr>
          <p:cNvPr id="5" name="Espace réservé du pied de page 4">
            <a:extLst>
              <a:ext uri="{FF2B5EF4-FFF2-40B4-BE49-F238E27FC236}">
                <a16:creationId xmlns:a16="http://schemas.microsoft.com/office/drawing/2014/main" id="{2E11AB6C-C7DB-92B5-5540-E80E6A6255F8}"/>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6" name="Espace réservé du numéro de diapositive 5">
            <a:extLst>
              <a:ext uri="{FF2B5EF4-FFF2-40B4-BE49-F238E27FC236}">
                <a16:creationId xmlns:a16="http://schemas.microsoft.com/office/drawing/2014/main" id="{26BB91C5-46B5-1F8B-AD86-E77F6C86B6B9}"/>
              </a:ext>
            </a:extLst>
          </p:cNvPr>
          <p:cNvSpPr>
            <a:spLocks noGrp="1"/>
          </p:cNvSpPr>
          <p:nvPr>
            <p:ph type="sldNum" sz="quarter" idx="12"/>
          </p:nvPr>
        </p:nvSpPr>
        <p:spPr/>
        <p:txBody>
          <a:bodyPr/>
          <a:lstStyle/>
          <a:p>
            <a:fld id="{294A09A9-5501-47C1-A89A-A340965A2BE2}" type="slidenum">
              <a:rPr lang="fr-FR" smtClean="0"/>
              <a:pPr/>
              <a:t>18</a:t>
            </a:fld>
            <a:endParaRPr lang="fr-FR"/>
          </a:p>
        </p:txBody>
      </p:sp>
      <p:sp>
        <p:nvSpPr>
          <p:cNvPr id="9" name="Espace réservé du texte 8">
            <a:extLst>
              <a:ext uri="{FF2B5EF4-FFF2-40B4-BE49-F238E27FC236}">
                <a16:creationId xmlns:a16="http://schemas.microsoft.com/office/drawing/2014/main" id="{7118A2B4-7A3C-928F-6D8F-798027A9835F}"/>
              </a:ext>
            </a:extLst>
          </p:cNvPr>
          <p:cNvSpPr>
            <a:spLocks noGrp="1"/>
          </p:cNvSpPr>
          <p:nvPr>
            <p:ph type="body" sz="quarter" idx="13"/>
          </p:nvPr>
        </p:nvSpPr>
        <p:spPr/>
        <p:txBody>
          <a:bodyPr/>
          <a:lstStyle/>
          <a:p>
            <a:endParaRPr lang="fr-FR" dirty="0"/>
          </a:p>
        </p:txBody>
      </p:sp>
    </p:spTree>
    <p:extLst>
      <p:ext uri="{BB962C8B-B14F-4D97-AF65-F5344CB8AC3E}">
        <p14:creationId xmlns:p14="http://schemas.microsoft.com/office/powerpoint/2010/main" val="13994390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3F321B48-FCFD-58CE-0A6F-1709655BE221}"/>
              </a:ext>
            </a:extLst>
          </p:cNvPr>
          <p:cNvSpPr>
            <a:spLocks noGrp="1"/>
          </p:cNvSpPr>
          <p:nvPr>
            <p:ph type="title"/>
          </p:nvPr>
        </p:nvSpPr>
        <p:spPr/>
        <p:txBody>
          <a:bodyPr>
            <a:normAutofit fontScale="90000"/>
          </a:bodyPr>
          <a:lstStyle/>
          <a:p>
            <a:r>
              <a:rPr lang="fr-FR" dirty="0"/>
              <a:t>Pour finir…</a:t>
            </a:r>
          </a:p>
        </p:txBody>
      </p:sp>
      <p:sp>
        <p:nvSpPr>
          <p:cNvPr id="8" name="Espace réservé du contenu 7">
            <a:extLst>
              <a:ext uri="{FF2B5EF4-FFF2-40B4-BE49-F238E27FC236}">
                <a16:creationId xmlns:a16="http://schemas.microsoft.com/office/drawing/2014/main" id="{F1110792-B448-2E78-1359-E99CFEAB3383}"/>
              </a:ext>
            </a:extLst>
          </p:cNvPr>
          <p:cNvSpPr>
            <a:spLocks noGrp="1"/>
          </p:cNvSpPr>
          <p:nvPr>
            <p:ph sz="half" idx="1"/>
          </p:nvPr>
        </p:nvSpPr>
        <p:spPr>
          <a:xfrm>
            <a:off x="838200" y="1825625"/>
            <a:ext cx="6223000" cy="4351338"/>
          </a:xfrm>
        </p:spPr>
        <p:txBody>
          <a:bodyPr>
            <a:normAutofit fontScale="92500" lnSpcReduction="20000"/>
          </a:bodyPr>
          <a:lstStyle/>
          <a:p>
            <a:r>
              <a:rPr lang="fr-FR" dirty="0"/>
              <a:t>Cette approche peut être utilisée comme </a:t>
            </a:r>
            <a:r>
              <a:rPr lang="fr-FR" b="1" dirty="0"/>
              <a:t>approche globale pour gérer les risques liés à l’IA</a:t>
            </a:r>
          </a:p>
          <a:p>
            <a:endParaRPr lang="fr-FR" dirty="0"/>
          </a:p>
          <a:p>
            <a:r>
              <a:rPr lang="fr-FR" dirty="0"/>
              <a:t>Elle peut également être utilisée comme </a:t>
            </a:r>
            <a:r>
              <a:rPr lang="fr-FR" b="1" dirty="0"/>
              <a:t>« </a:t>
            </a:r>
            <a:r>
              <a:rPr lang="fr-FR" b="1" i="1" dirty="0"/>
              <a:t>système de gestion des risques</a:t>
            </a:r>
            <a:r>
              <a:rPr lang="fr-FR" b="1" dirty="0"/>
              <a:t> » pour gérer les risques des « </a:t>
            </a:r>
            <a:r>
              <a:rPr lang="fr-FR" b="1" i="1" dirty="0"/>
              <a:t>systèmes d’IA à haut risque</a:t>
            </a:r>
            <a:r>
              <a:rPr lang="fr-FR" b="1" dirty="0"/>
              <a:t> »</a:t>
            </a:r>
            <a:r>
              <a:rPr lang="fr-FR" dirty="0"/>
              <a:t> (sans présomption de conformité)</a:t>
            </a:r>
          </a:p>
          <a:p>
            <a:endParaRPr lang="fr-FR" dirty="0"/>
          </a:p>
          <a:p>
            <a:r>
              <a:rPr lang="fr-FR" b="1" dirty="0"/>
              <a:t>Vous pouvez contribuer </a:t>
            </a:r>
            <a:r>
              <a:rPr lang="fr-FR" dirty="0"/>
              <a:t>à l’améliorer et l’enrichir : </a:t>
            </a:r>
            <a:r>
              <a:rPr lang="fr-FR" dirty="0">
                <a:hlinkClick r:id="rId2"/>
              </a:rPr>
              <a:t>https://github.com/matthieu-grall/ai</a:t>
            </a:r>
            <a:endParaRPr lang="fr-FR" dirty="0"/>
          </a:p>
          <a:p>
            <a:endParaRPr lang="fr-FR" dirty="0"/>
          </a:p>
        </p:txBody>
      </p:sp>
      <p:sp>
        <p:nvSpPr>
          <p:cNvPr id="2" name="Espace réservé de la date 1">
            <a:extLst>
              <a:ext uri="{FF2B5EF4-FFF2-40B4-BE49-F238E27FC236}">
                <a16:creationId xmlns:a16="http://schemas.microsoft.com/office/drawing/2014/main" id="{FEEB427D-54F8-6311-BD6A-B87704FEBF2C}"/>
              </a:ext>
            </a:extLst>
          </p:cNvPr>
          <p:cNvSpPr>
            <a:spLocks noGrp="1"/>
          </p:cNvSpPr>
          <p:nvPr>
            <p:ph type="dt" sz="half" idx="10"/>
          </p:nvPr>
        </p:nvSpPr>
        <p:spPr/>
        <p:txBody>
          <a:bodyPr/>
          <a:lstStyle/>
          <a:p>
            <a:r>
              <a:rPr lang="fr-FR"/>
              <a:t>16/04/2026</a:t>
            </a:r>
            <a:endParaRPr lang="fr-FR" dirty="0"/>
          </a:p>
        </p:txBody>
      </p:sp>
      <p:sp>
        <p:nvSpPr>
          <p:cNvPr id="4" name="Espace réservé du pied de page 3">
            <a:extLst>
              <a:ext uri="{FF2B5EF4-FFF2-40B4-BE49-F238E27FC236}">
                <a16:creationId xmlns:a16="http://schemas.microsoft.com/office/drawing/2014/main" id="{43684D87-BC33-23A8-995A-DB7A30C98D03}"/>
              </a:ext>
            </a:extLst>
          </p:cNvPr>
          <p:cNvSpPr>
            <a:spLocks noGrp="1"/>
          </p:cNvSpPr>
          <p:nvPr>
            <p:ph type="ftr" sz="quarter" idx="11"/>
          </p:nvPr>
        </p:nvSpPr>
        <p:spPr/>
        <p:txBody>
          <a:bodyPr/>
          <a:lstStyle/>
          <a:p>
            <a:pPr rtl="0"/>
            <a:r>
              <a:rPr lang="fr-FR" noProof="0"/>
              <a:t>IA - Vers une approche globale de gestion des risques</a:t>
            </a:r>
          </a:p>
        </p:txBody>
      </p:sp>
      <p:sp>
        <p:nvSpPr>
          <p:cNvPr id="3" name="Espace réservé du numéro de diapositive 2">
            <a:extLst>
              <a:ext uri="{FF2B5EF4-FFF2-40B4-BE49-F238E27FC236}">
                <a16:creationId xmlns:a16="http://schemas.microsoft.com/office/drawing/2014/main" id="{5640FF86-944A-9BFB-8933-88B836AC6875}"/>
              </a:ext>
            </a:extLst>
          </p:cNvPr>
          <p:cNvSpPr>
            <a:spLocks noGrp="1"/>
          </p:cNvSpPr>
          <p:nvPr>
            <p:ph type="sldNum" sz="quarter" idx="12"/>
          </p:nvPr>
        </p:nvSpPr>
        <p:spPr/>
        <p:txBody>
          <a:bodyPr/>
          <a:lstStyle/>
          <a:p>
            <a:fld id="{294A09A9-5501-47C1-A89A-A340965A2BE2}" type="slidenum">
              <a:rPr lang="fr-FR" smtClean="0"/>
              <a:pPr/>
              <a:t>19</a:t>
            </a:fld>
            <a:endParaRPr lang="fr-FR"/>
          </a:p>
        </p:txBody>
      </p:sp>
      <p:sp>
        <p:nvSpPr>
          <p:cNvPr id="6" name="Espace réservé du texte 5">
            <a:extLst>
              <a:ext uri="{FF2B5EF4-FFF2-40B4-BE49-F238E27FC236}">
                <a16:creationId xmlns:a16="http://schemas.microsoft.com/office/drawing/2014/main" id="{445D0207-6320-5264-47DB-245C97D08127}"/>
              </a:ext>
            </a:extLst>
          </p:cNvPr>
          <p:cNvSpPr>
            <a:spLocks noGrp="1"/>
          </p:cNvSpPr>
          <p:nvPr>
            <p:ph type="body" sz="quarter" idx="13"/>
          </p:nvPr>
        </p:nvSpPr>
        <p:spPr/>
        <p:txBody>
          <a:bodyPr/>
          <a:lstStyle/>
          <a:p>
            <a:endParaRPr lang="fr-FR" dirty="0"/>
          </a:p>
        </p:txBody>
      </p:sp>
      <p:pic>
        <p:nvPicPr>
          <p:cNvPr id="2050" name="Picture 2" descr="intelligence artificielle Archives - Fix - Le blog du dessinateur Fix">
            <a:extLst>
              <a:ext uri="{FF2B5EF4-FFF2-40B4-BE49-F238E27FC236}">
                <a16:creationId xmlns:a16="http://schemas.microsoft.com/office/drawing/2014/main" id="{6171FAE1-1259-3461-F1E9-CBFE8DAE269C}"/>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7377179" y="1297305"/>
            <a:ext cx="3968769" cy="4463635"/>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C17A74BC-10C7-2E18-8307-FAA764594B43}"/>
              </a:ext>
            </a:extLst>
          </p:cNvPr>
          <p:cNvSpPr txBox="1"/>
          <p:nvPr/>
        </p:nvSpPr>
        <p:spPr>
          <a:xfrm>
            <a:off x="8787046" y="5559571"/>
            <a:ext cx="1149033" cy="276999"/>
          </a:xfrm>
          <a:prstGeom prst="rect">
            <a:avLst/>
          </a:prstGeom>
          <a:noFill/>
        </p:spPr>
        <p:txBody>
          <a:bodyPr wrap="none" rtlCol="0">
            <a:spAutoFit/>
          </a:bodyPr>
          <a:lstStyle/>
          <a:p>
            <a:r>
              <a:rPr lang="fr-FR" sz="1200" dirty="0"/>
              <a:t>© Copyright Fix</a:t>
            </a:r>
          </a:p>
        </p:txBody>
      </p:sp>
    </p:spTree>
    <p:extLst>
      <p:ext uri="{BB962C8B-B14F-4D97-AF65-F5344CB8AC3E}">
        <p14:creationId xmlns:p14="http://schemas.microsoft.com/office/powerpoint/2010/main" val="2454024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3940F3-6444-D789-DAED-B618829BFD85}"/>
              </a:ext>
            </a:extLst>
          </p:cNvPr>
          <p:cNvSpPr>
            <a:spLocks noGrp="1"/>
          </p:cNvSpPr>
          <p:nvPr>
            <p:ph type="title"/>
          </p:nvPr>
        </p:nvSpPr>
        <p:spPr/>
        <p:txBody>
          <a:bodyPr>
            <a:normAutofit fontScale="90000"/>
          </a:bodyPr>
          <a:lstStyle/>
          <a:p>
            <a:r>
              <a:rPr lang="fr-FR" noProof="0" dirty="0"/>
              <a:t>Ressources utilisées</a:t>
            </a:r>
          </a:p>
        </p:txBody>
      </p:sp>
      <p:sp>
        <p:nvSpPr>
          <p:cNvPr id="7" name="Espace réservé du contenu 6">
            <a:extLst>
              <a:ext uri="{FF2B5EF4-FFF2-40B4-BE49-F238E27FC236}">
                <a16:creationId xmlns:a16="http://schemas.microsoft.com/office/drawing/2014/main" id="{3B111B93-3E32-4B76-AA9E-FA27A4010B47}"/>
              </a:ext>
            </a:extLst>
          </p:cNvPr>
          <p:cNvSpPr>
            <a:spLocks noGrp="1"/>
          </p:cNvSpPr>
          <p:nvPr>
            <p:ph idx="1"/>
          </p:nvPr>
        </p:nvSpPr>
        <p:spPr/>
        <p:txBody>
          <a:bodyPr/>
          <a:lstStyle/>
          <a:p>
            <a:r>
              <a:rPr lang="fr-FR" dirty="0"/>
              <a:t>Images</a:t>
            </a:r>
          </a:p>
          <a:p>
            <a:pPr lvl="1"/>
            <a:r>
              <a:rPr lang="fr-FR" dirty="0"/>
              <a:t>Page de garde : </a:t>
            </a:r>
            <a:r>
              <a:rPr lang="fr-FR" dirty="0" err="1"/>
              <a:t>Grid</a:t>
            </a:r>
            <a:r>
              <a:rPr lang="fr-FR" dirty="0"/>
              <a:t>, par Magic Creative, de PIXABAY</a:t>
            </a:r>
          </a:p>
          <a:p>
            <a:pPr lvl="1"/>
            <a:r>
              <a:rPr lang="fr-FR" dirty="0"/>
              <a:t>Logo : Matthieu GRALL expert-conseil</a:t>
            </a:r>
          </a:p>
          <a:p>
            <a:pPr lvl="1"/>
            <a:r>
              <a:rPr lang="fr-FR" dirty="0"/>
              <a:t>Dessins : créations par Fix sous Copyright (https://www.fix-dessinateur.com)</a:t>
            </a:r>
          </a:p>
          <a:p>
            <a:pPr lvl="1"/>
            <a:r>
              <a:rPr lang="fr-FR" dirty="0"/>
              <a:t>Autres : photothèque de MICROSOFT Office</a:t>
            </a:r>
          </a:p>
        </p:txBody>
      </p:sp>
      <p:sp>
        <p:nvSpPr>
          <p:cNvPr id="4" name="Espace réservé du pied de page 3">
            <a:extLst>
              <a:ext uri="{FF2B5EF4-FFF2-40B4-BE49-F238E27FC236}">
                <a16:creationId xmlns:a16="http://schemas.microsoft.com/office/drawing/2014/main" id="{16C7C52D-14DA-5A05-4B59-13321F9C8267}"/>
              </a:ext>
            </a:extLst>
          </p:cNvPr>
          <p:cNvSpPr>
            <a:spLocks noGrp="1"/>
          </p:cNvSpPr>
          <p:nvPr>
            <p:ph type="ftr" sz="quarter" idx="11"/>
          </p:nvPr>
        </p:nvSpPr>
        <p:spPr/>
        <p:txBody>
          <a:bodyPr/>
          <a:lstStyle/>
          <a:p>
            <a:pPr rtl="0"/>
            <a:r>
              <a:rPr lang="fr-FR" noProof="0"/>
              <a:t>IA - Vers une approche globale de gestion des risques</a:t>
            </a:r>
          </a:p>
        </p:txBody>
      </p:sp>
      <p:sp>
        <p:nvSpPr>
          <p:cNvPr id="5" name="Espace réservé du numéro de diapositive 4">
            <a:extLst>
              <a:ext uri="{FF2B5EF4-FFF2-40B4-BE49-F238E27FC236}">
                <a16:creationId xmlns:a16="http://schemas.microsoft.com/office/drawing/2014/main" id="{A9E6B68B-7ADC-32C0-0457-45A6A5813D35}"/>
              </a:ext>
            </a:extLst>
          </p:cNvPr>
          <p:cNvSpPr>
            <a:spLocks noGrp="1"/>
          </p:cNvSpPr>
          <p:nvPr>
            <p:ph type="sldNum" sz="quarter" idx="12"/>
          </p:nvPr>
        </p:nvSpPr>
        <p:spPr/>
        <p:txBody>
          <a:bodyPr/>
          <a:lstStyle/>
          <a:p>
            <a:pPr rtl="0"/>
            <a:fld id="{294A09A9-5501-47C1-A89A-A340965A2BE2}" type="slidenum">
              <a:rPr lang="fr-FR" noProof="0" smtClean="0"/>
              <a:t>20</a:t>
            </a:fld>
            <a:endParaRPr lang="fr-FR" noProof="0"/>
          </a:p>
        </p:txBody>
      </p:sp>
      <p:sp>
        <p:nvSpPr>
          <p:cNvPr id="3" name="Espace réservé de la date 2">
            <a:extLst>
              <a:ext uri="{FF2B5EF4-FFF2-40B4-BE49-F238E27FC236}">
                <a16:creationId xmlns:a16="http://schemas.microsoft.com/office/drawing/2014/main" id="{1B402268-3552-F82B-5AE1-DA5A49861A1B}"/>
              </a:ext>
            </a:extLst>
          </p:cNvPr>
          <p:cNvSpPr>
            <a:spLocks noGrp="1"/>
          </p:cNvSpPr>
          <p:nvPr>
            <p:ph type="dt" sz="half" idx="10"/>
          </p:nvPr>
        </p:nvSpPr>
        <p:spPr/>
        <p:txBody>
          <a:bodyPr/>
          <a:lstStyle/>
          <a:p>
            <a:pPr rtl="0"/>
            <a:r>
              <a:rPr lang="fr-FR" noProof="0"/>
              <a:t>16/04/2026</a:t>
            </a:r>
          </a:p>
        </p:txBody>
      </p:sp>
    </p:spTree>
    <p:extLst>
      <p:ext uri="{BB962C8B-B14F-4D97-AF65-F5344CB8AC3E}">
        <p14:creationId xmlns:p14="http://schemas.microsoft.com/office/powerpoint/2010/main" val="3676879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7DB37A-E1C2-979D-2677-5E6463B62E83}"/>
              </a:ext>
            </a:extLst>
          </p:cNvPr>
          <p:cNvSpPr>
            <a:spLocks noGrp="1"/>
          </p:cNvSpPr>
          <p:nvPr>
            <p:ph type="title"/>
          </p:nvPr>
        </p:nvSpPr>
        <p:spPr/>
        <p:txBody>
          <a:bodyPr>
            <a:normAutofit fontScale="90000"/>
          </a:bodyPr>
          <a:lstStyle/>
          <a:p>
            <a:r>
              <a:rPr lang="fr-FR" dirty="0"/>
              <a:t>Informations de versions</a:t>
            </a:r>
          </a:p>
        </p:txBody>
      </p:sp>
      <p:sp>
        <p:nvSpPr>
          <p:cNvPr id="4" name="Espace réservé du pied de page 3">
            <a:extLst>
              <a:ext uri="{FF2B5EF4-FFF2-40B4-BE49-F238E27FC236}">
                <a16:creationId xmlns:a16="http://schemas.microsoft.com/office/drawing/2014/main" id="{6F5A3AA5-45D6-BBC8-4AA3-C9449CD88BCE}"/>
              </a:ext>
            </a:extLst>
          </p:cNvPr>
          <p:cNvSpPr>
            <a:spLocks noGrp="1"/>
          </p:cNvSpPr>
          <p:nvPr>
            <p:ph type="ftr" sz="quarter" idx="11"/>
          </p:nvPr>
        </p:nvSpPr>
        <p:spPr/>
        <p:txBody>
          <a:bodyPr/>
          <a:lstStyle/>
          <a:p>
            <a:r>
              <a:rPr lang="fr-FR"/>
              <a:t>IA - Vers une approche globale de gestion des risques</a:t>
            </a:r>
            <a:endParaRPr lang="fr-FR" dirty="0"/>
          </a:p>
        </p:txBody>
      </p:sp>
      <p:sp>
        <p:nvSpPr>
          <p:cNvPr id="5" name="Espace réservé du numéro de diapositive 4">
            <a:extLst>
              <a:ext uri="{FF2B5EF4-FFF2-40B4-BE49-F238E27FC236}">
                <a16:creationId xmlns:a16="http://schemas.microsoft.com/office/drawing/2014/main" id="{BDCFE296-AB0A-0F79-320E-F2FC3AF85DE2}"/>
              </a:ext>
            </a:extLst>
          </p:cNvPr>
          <p:cNvSpPr>
            <a:spLocks noGrp="1"/>
          </p:cNvSpPr>
          <p:nvPr>
            <p:ph type="sldNum" sz="quarter" idx="12"/>
          </p:nvPr>
        </p:nvSpPr>
        <p:spPr/>
        <p:txBody>
          <a:bodyPr/>
          <a:lstStyle/>
          <a:p>
            <a:fld id="{294A09A9-5501-47C1-A89A-A340965A2BE2}" type="slidenum">
              <a:rPr lang="fr-FR" smtClean="0"/>
              <a:pPr/>
              <a:t>21</a:t>
            </a:fld>
            <a:endParaRPr lang="fr-FR"/>
          </a:p>
        </p:txBody>
      </p:sp>
      <p:sp>
        <p:nvSpPr>
          <p:cNvPr id="6" name="Espace réservé de la date 5">
            <a:extLst>
              <a:ext uri="{FF2B5EF4-FFF2-40B4-BE49-F238E27FC236}">
                <a16:creationId xmlns:a16="http://schemas.microsoft.com/office/drawing/2014/main" id="{70FCC632-B5E7-400A-6061-455F75A92409}"/>
              </a:ext>
            </a:extLst>
          </p:cNvPr>
          <p:cNvSpPr>
            <a:spLocks noGrp="1"/>
          </p:cNvSpPr>
          <p:nvPr>
            <p:ph type="dt" sz="half" idx="10"/>
          </p:nvPr>
        </p:nvSpPr>
        <p:spPr/>
        <p:txBody>
          <a:bodyPr/>
          <a:lstStyle/>
          <a:p>
            <a:r>
              <a:rPr lang="fr-FR"/>
              <a:t>16/04/2026</a:t>
            </a:r>
            <a:endParaRPr lang="fr-FR" dirty="0"/>
          </a:p>
        </p:txBody>
      </p:sp>
      <p:graphicFrame>
        <p:nvGraphicFramePr>
          <p:cNvPr id="14" name="Espace réservé du contenu 7">
            <a:extLst>
              <a:ext uri="{FF2B5EF4-FFF2-40B4-BE49-F238E27FC236}">
                <a16:creationId xmlns:a16="http://schemas.microsoft.com/office/drawing/2014/main" id="{4F3F4863-8D99-1CBD-040F-E490061F51E8}"/>
              </a:ext>
            </a:extLst>
          </p:cNvPr>
          <p:cNvGraphicFramePr>
            <a:graphicFrameLocks noGrp="1"/>
          </p:cNvGraphicFramePr>
          <p:nvPr>
            <p:ph idx="1"/>
            <p:extLst>
              <p:ext uri="{D42A27DB-BD31-4B8C-83A1-F6EECF244321}">
                <p14:modId xmlns:p14="http://schemas.microsoft.com/office/powerpoint/2010/main" val="576947998"/>
              </p:ext>
            </p:extLst>
          </p:nvPr>
        </p:nvGraphicFramePr>
        <p:xfrm>
          <a:off x="838200" y="1598289"/>
          <a:ext cx="10515599" cy="2127758"/>
        </p:xfrm>
        <a:graphic>
          <a:graphicData uri="http://schemas.openxmlformats.org/drawingml/2006/table">
            <a:tbl>
              <a:tblPr firstRow="1" bandRow="1">
                <a:tableStyleId>{46F890A9-2807-4EBB-B81D-B2AA78EC7F39}</a:tableStyleId>
              </a:tblPr>
              <a:tblGrid>
                <a:gridCol w="1691640">
                  <a:extLst>
                    <a:ext uri="{9D8B030D-6E8A-4147-A177-3AD203B41FA5}">
                      <a16:colId xmlns:a16="http://schemas.microsoft.com/office/drawing/2014/main" val="20000"/>
                    </a:ext>
                  </a:extLst>
                </a:gridCol>
                <a:gridCol w="7122160">
                  <a:extLst>
                    <a:ext uri="{9D8B030D-6E8A-4147-A177-3AD203B41FA5}">
                      <a16:colId xmlns:a16="http://schemas.microsoft.com/office/drawing/2014/main" val="20001"/>
                    </a:ext>
                  </a:extLst>
                </a:gridCol>
                <a:gridCol w="1701799">
                  <a:extLst>
                    <a:ext uri="{9D8B030D-6E8A-4147-A177-3AD203B41FA5}">
                      <a16:colId xmlns:a16="http://schemas.microsoft.com/office/drawing/2014/main" val="20002"/>
                    </a:ext>
                  </a:extLst>
                </a:gridCol>
              </a:tblGrid>
              <a:tr h="78111">
                <a:tc>
                  <a:txBody>
                    <a:bodyPr/>
                    <a:lstStyle/>
                    <a:p>
                      <a:pPr algn="ctr">
                        <a:lnSpc>
                          <a:spcPct val="115000"/>
                        </a:lnSpc>
                        <a:spcBef>
                          <a:spcPts val="600"/>
                        </a:spcBef>
                        <a:spcAft>
                          <a:spcPts val="600"/>
                        </a:spcAft>
                      </a:pPr>
                      <a:r>
                        <a:rPr lang="fr-FR" sz="1600" b="0" dirty="0">
                          <a:latin typeface="Calibri" pitchFamily="34" charset="0"/>
                          <a:cs typeface="Calibri" pitchFamily="34" charset="0"/>
                        </a:rPr>
                        <a:t>Version</a:t>
                      </a:r>
                      <a:endParaRPr lang="fr-FR" sz="1600" b="0" dirty="0">
                        <a:latin typeface="Calibri" pitchFamily="34" charset="0"/>
                        <a:ea typeface="Calibri"/>
                        <a:cs typeface="Calibri" pitchFamily="34" charset="0"/>
                      </a:endParaRPr>
                    </a:p>
                  </a:txBody>
                  <a:tcPr marL="68580" marR="68580" marT="0" marB="0" anchor="ctr"/>
                </a:tc>
                <a:tc>
                  <a:txBody>
                    <a:bodyPr/>
                    <a:lstStyle/>
                    <a:p>
                      <a:pPr algn="ctr">
                        <a:lnSpc>
                          <a:spcPct val="115000"/>
                        </a:lnSpc>
                        <a:spcBef>
                          <a:spcPts val="600"/>
                        </a:spcBef>
                        <a:spcAft>
                          <a:spcPts val="600"/>
                        </a:spcAft>
                      </a:pPr>
                      <a:r>
                        <a:rPr lang="fr-FR" sz="1600" b="0" dirty="0">
                          <a:latin typeface="Calibri" pitchFamily="34" charset="0"/>
                          <a:cs typeface="Calibri" pitchFamily="34" charset="0"/>
                        </a:rPr>
                        <a:t>Action</a:t>
                      </a:r>
                      <a:endParaRPr lang="fr-FR" sz="1600" b="0" dirty="0">
                        <a:latin typeface="Calibri" pitchFamily="34" charset="0"/>
                        <a:ea typeface="Calibri"/>
                        <a:cs typeface="Calibri" pitchFamily="34" charset="0"/>
                      </a:endParaRPr>
                    </a:p>
                  </a:txBody>
                  <a:tcPr marL="68580" marR="68580" marT="0" marB="0" anchor="ctr"/>
                </a:tc>
                <a:tc>
                  <a:txBody>
                    <a:bodyPr/>
                    <a:lstStyle/>
                    <a:p>
                      <a:pPr algn="ctr">
                        <a:lnSpc>
                          <a:spcPct val="115000"/>
                        </a:lnSpc>
                        <a:spcBef>
                          <a:spcPts val="600"/>
                        </a:spcBef>
                        <a:spcAft>
                          <a:spcPts val="600"/>
                        </a:spcAft>
                      </a:pPr>
                      <a:r>
                        <a:rPr lang="fr-FR" sz="1600" b="0" dirty="0">
                          <a:latin typeface="Calibri" pitchFamily="34" charset="0"/>
                          <a:ea typeface="Calibri"/>
                          <a:cs typeface="Calibri" pitchFamily="34" charset="0"/>
                        </a:rPr>
                        <a:t>Éditeur</a:t>
                      </a:r>
                    </a:p>
                  </a:txBody>
                  <a:tcPr marL="68580" marR="68580" marT="0" marB="0" anchor="ctr"/>
                </a:tc>
                <a:extLst>
                  <a:ext uri="{0D108BD9-81ED-4DB2-BD59-A6C34878D82A}">
                    <a16:rowId xmlns:a16="http://schemas.microsoft.com/office/drawing/2014/main" val="10000"/>
                  </a:ext>
                </a:extLst>
              </a:tr>
              <a:tr h="195228">
                <a:tc>
                  <a:txBody>
                    <a:bodyPr/>
                    <a:lstStyle/>
                    <a:p>
                      <a:pPr algn="ctr">
                        <a:lnSpc>
                          <a:spcPct val="115000"/>
                        </a:lnSpc>
                        <a:spcBef>
                          <a:spcPts val="600"/>
                        </a:spcBef>
                        <a:spcAft>
                          <a:spcPts val="600"/>
                        </a:spcAft>
                      </a:pPr>
                      <a:r>
                        <a:rPr lang="fr-FR" sz="1600" dirty="0">
                          <a:latin typeface="Calibri" pitchFamily="34" charset="0"/>
                          <a:cs typeface="Calibri" pitchFamily="34" charset="0"/>
                        </a:rPr>
                        <a:t>28/06/2025 </a:t>
                      </a:r>
                      <a:r>
                        <a:rPr lang="fr-FR" sz="1600" b="0" dirty="0">
                          <a:latin typeface="Calibri" pitchFamily="34" charset="0"/>
                          <a:ea typeface="Calibri"/>
                          <a:cs typeface="Calibri" pitchFamily="34" charset="0"/>
                        </a:rPr>
                        <a:t>(v0.1)</a:t>
                      </a:r>
                    </a:p>
                  </a:txBody>
                  <a:tcPr marL="68580" marR="68580" marT="0" marB="0" anchor="ctr"/>
                </a:tc>
                <a:tc>
                  <a:txBody>
                    <a:bodyPr/>
                    <a:lstStyle/>
                    <a:p>
                      <a:pPr>
                        <a:lnSpc>
                          <a:spcPct val="115000"/>
                        </a:lnSpc>
                        <a:spcBef>
                          <a:spcPts val="600"/>
                        </a:spcBef>
                        <a:spcAft>
                          <a:spcPts val="600"/>
                        </a:spcAft>
                      </a:pPr>
                      <a:r>
                        <a:rPr lang="fr-FR" sz="1600" dirty="0">
                          <a:latin typeface="Calibri" pitchFamily="34" charset="0"/>
                          <a:cs typeface="Calibri" pitchFamily="34" charset="0"/>
                        </a:rPr>
                        <a:t>Création de la présentation</a:t>
                      </a:r>
                      <a:endParaRPr lang="fr-FR" sz="1600" b="0" dirty="0">
                        <a:latin typeface="Calibri" pitchFamily="34" charset="0"/>
                        <a:ea typeface="Calibri"/>
                        <a:cs typeface="Calibri" pitchFamily="34" charset="0"/>
                      </a:endParaRPr>
                    </a:p>
                  </a:txBody>
                  <a:tcPr marL="68580" marR="68580" marT="0" marB="0" anchor="ctr"/>
                </a:tc>
                <a:tc>
                  <a:txBody>
                    <a:bodyPr/>
                    <a:lstStyle/>
                    <a:p>
                      <a:pPr algn="ctr">
                        <a:lnSpc>
                          <a:spcPct val="115000"/>
                        </a:lnSpc>
                        <a:spcBef>
                          <a:spcPts val="600"/>
                        </a:spcBef>
                        <a:spcAft>
                          <a:spcPts val="600"/>
                        </a:spcAft>
                      </a:pPr>
                      <a:r>
                        <a:rPr lang="fr-FR" sz="1600" dirty="0">
                          <a:latin typeface="Calibri" pitchFamily="34" charset="0"/>
                          <a:cs typeface="Calibri" pitchFamily="34" charset="0"/>
                        </a:rPr>
                        <a:t>Matthieu GRALL</a:t>
                      </a:r>
                      <a:endParaRPr lang="fr-FR" sz="1600" b="0" dirty="0">
                        <a:latin typeface="Calibri" pitchFamily="34" charset="0"/>
                        <a:ea typeface="Calibri"/>
                        <a:cs typeface="Calibri" pitchFamily="34" charset="0"/>
                      </a:endParaRPr>
                    </a:p>
                  </a:txBody>
                  <a:tcPr marL="68580" marR="68580" marT="0" marB="0" anchor="ctr"/>
                </a:tc>
                <a:extLst>
                  <a:ext uri="{0D108BD9-81ED-4DB2-BD59-A6C34878D82A}">
                    <a16:rowId xmlns:a16="http://schemas.microsoft.com/office/drawing/2014/main" val="10001"/>
                  </a:ext>
                </a:extLst>
              </a:tr>
              <a:tr h="0">
                <a:tc>
                  <a:txBody>
                    <a:bodyPr/>
                    <a:lstStyle/>
                    <a:p>
                      <a:pPr algn="ctr">
                        <a:lnSpc>
                          <a:spcPct val="115000"/>
                        </a:lnSpc>
                        <a:spcBef>
                          <a:spcPts val="600"/>
                        </a:spcBef>
                        <a:spcAft>
                          <a:spcPts val="600"/>
                        </a:spcAft>
                      </a:pPr>
                      <a:r>
                        <a:rPr lang="fr-FR" sz="1600" dirty="0">
                          <a:latin typeface="Calibri" pitchFamily="34" charset="0"/>
                          <a:ea typeface="Calibri"/>
                          <a:cs typeface="Calibri" pitchFamily="34" charset="0"/>
                        </a:rPr>
                        <a:t>20/07/2025 (v1.0)</a:t>
                      </a:r>
                    </a:p>
                  </a:txBody>
                  <a:tcPr marL="68580" marR="68580" marT="0" marB="0" anchor="ctr"/>
                </a:tc>
                <a:tc>
                  <a:txBody>
                    <a:bodyPr/>
                    <a:lstStyle/>
                    <a:p>
                      <a:pPr>
                        <a:lnSpc>
                          <a:spcPct val="115000"/>
                        </a:lnSpc>
                        <a:spcBef>
                          <a:spcPts val="600"/>
                        </a:spcBef>
                        <a:spcAft>
                          <a:spcPts val="600"/>
                        </a:spcAft>
                      </a:pPr>
                      <a:r>
                        <a:rPr lang="fr-FR" sz="1600" kern="1200" dirty="0">
                          <a:latin typeface="Calibri" pitchFamily="34" charset="0"/>
                          <a:cs typeface="Calibri" pitchFamily="34" charset="0"/>
                        </a:rPr>
                        <a:t>Finalisation d’une première version complète de la présentation</a:t>
                      </a:r>
                    </a:p>
                  </a:txBody>
                  <a:tcPr marL="68580" marR="68580" marT="0" marB="0" anchor="ctr"/>
                </a:tc>
                <a:tc>
                  <a:txBody>
                    <a:bodyPr/>
                    <a:lstStyle/>
                    <a:p>
                      <a:pPr algn="ctr">
                        <a:lnSpc>
                          <a:spcPct val="115000"/>
                        </a:lnSpc>
                        <a:spcBef>
                          <a:spcPts val="600"/>
                        </a:spcBef>
                        <a:spcAft>
                          <a:spcPts val="600"/>
                        </a:spcAft>
                      </a:pPr>
                      <a:r>
                        <a:rPr lang="fr-FR" sz="1600" dirty="0">
                          <a:latin typeface="Calibri" pitchFamily="34" charset="0"/>
                          <a:ea typeface="Calibri"/>
                          <a:cs typeface="Calibri" pitchFamily="34" charset="0"/>
                        </a:rPr>
                        <a:t>Matthieu GRALL</a:t>
                      </a:r>
                    </a:p>
                  </a:txBody>
                  <a:tcPr marL="68580" marR="68580" marT="0" marB="0" anchor="ctr"/>
                </a:tc>
                <a:extLst>
                  <a:ext uri="{0D108BD9-81ED-4DB2-BD59-A6C34878D82A}">
                    <a16:rowId xmlns:a16="http://schemas.microsoft.com/office/drawing/2014/main" val="10002"/>
                  </a:ext>
                </a:extLst>
              </a:tr>
              <a:tr h="121345">
                <a:tc>
                  <a:txBody>
                    <a:bodyPr/>
                    <a:lstStyle/>
                    <a:p>
                      <a:pPr algn="ctr">
                        <a:lnSpc>
                          <a:spcPct val="115000"/>
                        </a:lnSpc>
                        <a:spcBef>
                          <a:spcPts val="600"/>
                        </a:spcBef>
                        <a:spcAft>
                          <a:spcPts val="600"/>
                        </a:spcAft>
                      </a:pPr>
                      <a:r>
                        <a:rPr lang="fr-FR" sz="1600" dirty="0">
                          <a:latin typeface="Calibri" pitchFamily="34" charset="0"/>
                          <a:ea typeface="Calibri"/>
                          <a:cs typeface="Calibri" pitchFamily="34" charset="0"/>
                        </a:rPr>
                        <a:t>23/10/2025 (v1.1)</a:t>
                      </a:r>
                    </a:p>
                  </a:txBody>
                  <a:tcPr marL="68580" marR="68580" marT="0" marB="0" anchor="ctr"/>
                </a:tc>
                <a:tc>
                  <a:txBody>
                    <a:bodyPr/>
                    <a:lstStyle/>
                    <a:p>
                      <a:pPr>
                        <a:lnSpc>
                          <a:spcPct val="115000"/>
                        </a:lnSpc>
                        <a:spcBef>
                          <a:spcPts val="600"/>
                        </a:spcBef>
                        <a:spcAft>
                          <a:spcPts val="600"/>
                        </a:spcAft>
                      </a:pPr>
                      <a:r>
                        <a:rPr lang="fr-FR" sz="1600" dirty="0">
                          <a:latin typeface="Calibri" pitchFamily="34" charset="0"/>
                          <a:ea typeface="Calibri"/>
                          <a:cs typeface="Calibri" pitchFamily="34" charset="0"/>
                        </a:rPr>
                        <a:t>Ajout d’un schéma de positionnement des documents de référence et livrables</a:t>
                      </a:r>
                    </a:p>
                  </a:txBody>
                  <a:tcPr marL="68580" marR="68580" marT="0" marB="0" anchor="ctr"/>
                </a:tc>
                <a:tc>
                  <a:txBody>
                    <a:bodyPr/>
                    <a:lstStyle/>
                    <a:p>
                      <a:pPr algn="ctr">
                        <a:lnSpc>
                          <a:spcPct val="115000"/>
                        </a:lnSpc>
                        <a:spcBef>
                          <a:spcPts val="600"/>
                        </a:spcBef>
                        <a:spcAft>
                          <a:spcPts val="600"/>
                        </a:spcAft>
                      </a:pPr>
                      <a:r>
                        <a:rPr lang="fr-FR" sz="1600" dirty="0">
                          <a:latin typeface="Calibri" pitchFamily="34" charset="0"/>
                          <a:ea typeface="Calibri"/>
                          <a:cs typeface="Calibri" pitchFamily="34" charset="0"/>
                        </a:rPr>
                        <a:t>Matthieu GRALL</a:t>
                      </a:r>
                    </a:p>
                  </a:txBody>
                  <a:tcPr marL="68580" marR="68580" marT="0" marB="0" anchor="ctr"/>
                </a:tc>
                <a:extLst>
                  <a:ext uri="{0D108BD9-81ED-4DB2-BD59-A6C34878D82A}">
                    <a16:rowId xmlns:a16="http://schemas.microsoft.com/office/drawing/2014/main" val="3301869157"/>
                  </a:ext>
                </a:extLst>
              </a:tr>
              <a:tr h="0">
                <a:tc>
                  <a:txBody>
                    <a:bodyPr/>
                    <a:lstStyle/>
                    <a:p>
                      <a:pPr algn="ctr">
                        <a:lnSpc>
                          <a:spcPct val="115000"/>
                        </a:lnSpc>
                        <a:spcBef>
                          <a:spcPts val="600"/>
                        </a:spcBef>
                        <a:spcAft>
                          <a:spcPts val="600"/>
                        </a:spcAft>
                      </a:pPr>
                      <a:r>
                        <a:rPr lang="fr-FR" sz="1600" dirty="0">
                          <a:latin typeface="Calibri" pitchFamily="34" charset="0"/>
                          <a:ea typeface="Calibri"/>
                          <a:cs typeface="Calibri" pitchFamily="34" charset="0"/>
                        </a:rPr>
                        <a:t>01/11/2025(v1.2)</a:t>
                      </a:r>
                    </a:p>
                  </a:txBody>
                  <a:tcPr marL="68580" marR="68580" marT="0" marB="0" anchor="ctr"/>
                </a:tc>
                <a:tc>
                  <a:txBody>
                    <a:bodyPr/>
                    <a:lstStyle/>
                    <a:p>
                      <a:pPr>
                        <a:lnSpc>
                          <a:spcPct val="115000"/>
                        </a:lnSpc>
                        <a:spcBef>
                          <a:spcPts val="600"/>
                        </a:spcBef>
                        <a:spcAft>
                          <a:spcPts val="600"/>
                        </a:spcAft>
                      </a:pPr>
                      <a:r>
                        <a:rPr lang="fr-FR" sz="1600" dirty="0">
                          <a:latin typeface="Calibri" pitchFamily="34" charset="0"/>
                          <a:ea typeface="Calibri"/>
                          <a:cs typeface="Calibri" pitchFamily="34" charset="0"/>
                        </a:rPr>
                        <a:t>Ajout des [Lignes directrices AIPD] au schéma</a:t>
                      </a:r>
                    </a:p>
                  </a:txBody>
                  <a:tcPr marL="68580" marR="68580" marT="0" marB="0" anchor="ctr"/>
                </a:tc>
                <a:tc>
                  <a:txBody>
                    <a:bodyPr/>
                    <a:lstStyle/>
                    <a:p>
                      <a:pPr algn="ctr">
                        <a:lnSpc>
                          <a:spcPct val="115000"/>
                        </a:lnSpc>
                        <a:spcBef>
                          <a:spcPts val="600"/>
                        </a:spcBef>
                        <a:spcAft>
                          <a:spcPts val="600"/>
                        </a:spcAft>
                      </a:pPr>
                      <a:r>
                        <a:rPr lang="fr-FR" sz="1600" dirty="0">
                          <a:latin typeface="Calibri" pitchFamily="34" charset="0"/>
                          <a:ea typeface="Calibri"/>
                          <a:cs typeface="Calibri" pitchFamily="34" charset="0"/>
                        </a:rPr>
                        <a:t>Matthieu GRALL</a:t>
                      </a:r>
                    </a:p>
                  </a:txBody>
                  <a:tcPr marL="68580" marR="68580" marT="0" marB="0" anchor="ctr"/>
                </a:tc>
                <a:extLst>
                  <a:ext uri="{0D108BD9-81ED-4DB2-BD59-A6C34878D82A}">
                    <a16:rowId xmlns:a16="http://schemas.microsoft.com/office/drawing/2014/main" val="1939033961"/>
                  </a:ext>
                </a:extLst>
              </a:tr>
              <a:tr h="0">
                <a:tc>
                  <a:txBody>
                    <a:bodyPr/>
                    <a:lstStyle/>
                    <a:p>
                      <a:pPr algn="ctr">
                        <a:lnSpc>
                          <a:spcPct val="115000"/>
                        </a:lnSpc>
                        <a:spcBef>
                          <a:spcPts val="600"/>
                        </a:spcBef>
                        <a:spcAft>
                          <a:spcPts val="600"/>
                        </a:spcAft>
                      </a:pPr>
                      <a:r>
                        <a:rPr lang="fr-FR" sz="1600" dirty="0">
                          <a:latin typeface="Calibri" pitchFamily="34" charset="0"/>
                          <a:ea typeface="Calibri"/>
                          <a:cs typeface="Calibri" pitchFamily="34" charset="0"/>
                        </a:rPr>
                        <a:t>08/04/2026 (v1.3)</a:t>
                      </a:r>
                    </a:p>
                  </a:txBody>
                  <a:tcPr marL="68580" marR="68580" marT="0" marB="0" anchor="ctr"/>
                </a:tc>
                <a:tc>
                  <a:txBody>
                    <a:bodyPr/>
                    <a:lstStyle/>
                    <a:p>
                      <a:pPr>
                        <a:lnSpc>
                          <a:spcPct val="115000"/>
                        </a:lnSpc>
                        <a:spcBef>
                          <a:spcPts val="600"/>
                        </a:spcBef>
                        <a:spcAft>
                          <a:spcPts val="600"/>
                        </a:spcAft>
                      </a:pPr>
                      <a:r>
                        <a:rPr lang="fr-FR" sz="1600" dirty="0">
                          <a:latin typeface="Calibri" pitchFamily="34" charset="0"/>
                          <a:ea typeface="Calibri"/>
                          <a:cs typeface="Calibri" pitchFamily="34" charset="0"/>
                        </a:rPr>
                        <a:t>Ajout de nouveaux projets de normes, remises en forme et compléments suite à une présentation à l’EPITECH </a:t>
                      </a:r>
                      <a:r>
                        <a:rPr lang="fr-FR" sz="1600" dirty="0" err="1">
                          <a:latin typeface="Calibri" pitchFamily="34" charset="0"/>
                          <a:ea typeface="Calibri"/>
                          <a:cs typeface="Calibri" pitchFamily="34" charset="0"/>
                        </a:rPr>
                        <a:t>Summit</a:t>
                      </a:r>
                      <a:r>
                        <a:rPr lang="fr-FR" sz="1600" dirty="0">
                          <a:latin typeface="Calibri" pitchFamily="34" charset="0"/>
                          <a:ea typeface="Calibri"/>
                          <a:cs typeface="Calibri" pitchFamily="34" charset="0"/>
                        </a:rPr>
                        <a:t> 2026</a:t>
                      </a:r>
                    </a:p>
                  </a:txBody>
                  <a:tcPr marL="68580" marR="68580" marT="0" marB="0" anchor="ctr"/>
                </a:tc>
                <a:tc>
                  <a:txBody>
                    <a:bodyPr/>
                    <a:lstStyle/>
                    <a:p>
                      <a:pPr algn="ctr">
                        <a:lnSpc>
                          <a:spcPct val="115000"/>
                        </a:lnSpc>
                        <a:spcBef>
                          <a:spcPts val="600"/>
                        </a:spcBef>
                        <a:spcAft>
                          <a:spcPts val="600"/>
                        </a:spcAft>
                      </a:pPr>
                      <a:r>
                        <a:rPr lang="fr-FR" sz="1600" dirty="0">
                          <a:latin typeface="Calibri" pitchFamily="34" charset="0"/>
                          <a:ea typeface="Calibri"/>
                          <a:cs typeface="Calibri" pitchFamily="34" charset="0"/>
                        </a:rPr>
                        <a:t>Matthieu GRALL</a:t>
                      </a:r>
                    </a:p>
                  </a:txBody>
                  <a:tcPr marL="68580" marR="68580" marT="0" marB="0" anchor="ctr"/>
                </a:tc>
                <a:extLst>
                  <a:ext uri="{0D108BD9-81ED-4DB2-BD59-A6C34878D82A}">
                    <a16:rowId xmlns:a16="http://schemas.microsoft.com/office/drawing/2014/main" val="3355521289"/>
                  </a:ext>
                </a:extLst>
              </a:tr>
              <a:tr h="0">
                <a:tc>
                  <a:txBody>
                    <a:bodyPr/>
                    <a:lstStyle/>
                    <a:p>
                      <a:pPr algn="ctr">
                        <a:lnSpc>
                          <a:spcPct val="115000"/>
                        </a:lnSpc>
                        <a:spcBef>
                          <a:spcPts val="600"/>
                        </a:spcBef>
                        <a:spcAft>
                          <a:spcPts val="600"/>
                        </a:spcAft>
                      </a:pPr>
                      <a:r>
                        <a:rPr lang="fr-FR" sz="1600" dirty="0">
                          <a:latin typeface="Calibri" pitchFamily="34" charset="0"/>
                          <a:ea typeface="Calibri"/>
                          <a:cs typeface="Calibri" pitchFamily="34" charset="0"/>
                        </a:rPr>
                        <a:t>16/04/2026 (v1.4)</a:t>
                      </a:r>
                    </a:p>
                  </a:txBody>
                  <a:tcPr marL="68580" marR="68580" marT="0" marB="0" anchor="ctr"/>
                </a:tc>
                <a:tc>
                  <a:txBody>
                    <a:bodyPr/>
                    <a:lstStyle/>
                    <a:p>
                      <a:pPr>
                        <a:lnSpc>
                          <a:spcPct val="115000"/>
                        </a:lnSpc>
                        <a:spcBef>
                          <a:spcPts val="600"/>
                        </a:spcBef>
                        <a:spcAft>
                          <a:spcPts val="600"/>
                        </a:spcAft>
                      </a:pPr>
                      <a:r>
                        <a:rPr lang="fr-FR" sz="1600" dirty="0">
                          <a:latin typeface="Calibri" pitchFamily="34" charset="0"/>
                          <a:ea typeface="Calibri"/>
                          <a:cs typeface="Calibri" pitchFamily="34" charset="0"/>
                        </a:rPr>
                        <a:t>Corrections et simplifications sur le schéma des relations entre références</a:t>
                      </a:r>
                    </a:p>
                  </a:txBody>
                  <a:tcPr marL="68580" marR="68580" marT="0" marB="0" anchor="ctr"/>
                </a:tc>
                <a:tc>
                  <a:txBody>
                    <a:bodyPr/>
                    <a:lstStyle/>
                    <a:p>
                      <a:pPr algn="ctr">
                        <a:lnSpc>
                          <a:spcPct val="115000"/>
                        </a:lnSpc>
                        <a:spcBef>
                          <a:spcPts val="600"/>
                        </a:spcBef>
                        <a:spcAft>
                          <a:spcPts val="600"/>
                        </a:spcAft>
                      </a:pPr>
                      <a:r>
                        <a:rPr lang="fr-FR" sz="1600" dirty="0">
                          <a:latin typeface="Calibri" pitchFamily="34" charset="0"/>
                          <a:ea typeface="Calibri"/>
                          <a:cs typeface="Calibri" pitchFamily="34" charset="0"/>
                        </a:rPr>
                        <a:t>Matthieu GRALL</a:t>
                      </a:r>
                    </a:p>
                  </a:txBody>
                  <a:tcPr marL="68580" marR="68580" marT="0" marB="0" anchor="ctr"/>
                </a:tc>
                <a:extLst>
                  <a:ext uri="{0D108BD9-81ED-4DB2-BD59-A6C34878D82A}">
                    <a16:rowId xmlns:a16="http://schemas.microsoft.com/office/drawing/2014/main" val="3816121507"/>
                  </a:ext>
                </a:extLst>
              </a:tr>
            </a:tbl>
          </a:graphicData>
        </a:graphic>
      </p:graphicFrame>
    </p:spTree>
    <p:extLst>
      <p:ext uri="{BB962C8B-B14F-4D97-AF65-F5344CB8AC3E}">
        <p14:creationId xmlns:p14="http://schemas.microsoft.com/office/powerpoint/2010/main" val="1869716879"/>
      </p:ext>
    </p:extLst>
  </p:cSld>
  <p:clrMapOvr>
    <a:masterClrMapping/>
  </p:clrMapOvr>
</p:sld>
</file>

<file path=ppt/theme/theme1.xml><?xml version="1.0" encoding="utf-8"?>
<a:theme xmlns:a="http://schemas.openxmlformats.org/drawingml/2006/main" name="MG - Global">
  <a:themeElements>
    <a:clrScheme name="Rouge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Matthieu GRALL">
      <a:majorFont>
        <a:latin typeface="Calibri Light"/>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F06F3F2-9398-47DD-B339-5E062F7F29B5}">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51D2C913-C7E9-427D-8C7B-4D2DB36F60BD}">
  <ds:schemaRefs>
    <ds:schemaRef ds:uri="http://schemas.microsoft.com/sharepoint/v3/contenttype/forms"/>
  </ds:schemaRefs>
</ds:datastoreItem>
</file>

<file path=customXml/itemProps3.xml><?xml version="1.0" encoding="utf-8"?>
<ds:datastoreItem xmlns:ds="http://schemas.openxmlformats.org/officeDocument/2006/customXml" ds:itemID="{80EF115D-73C4-4C20-A44F-97481CD74C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48819</TotalTime>
  <Words>2037</Words>
  <Application>Microsoft Office PowerPoint</Application>
  <PresentationFormat>Grand écran</PresentationFormat>
  <Paragraphs>359</Paragraphs>
  <Slides>21</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21</vt:i4>
      </vt:variant>
    </vt:vector>
  </HeadingPairs>
  <TitlesOfParts>
    <vt:vector size="26" baseType="lpstr">
      <vt:lpstr>Arial</vt:lpstr>
      <vt:lpstr>Calibri</vt:lpstr>
      <vt:lpstr>Calibri Light</vt:lpstr>
      <vt:lpstr>Wingdings</vt:lpstr>
      <vt:lpstr>MG - Global</vt:lpstr>
      <vt:lpstr>Vers une approche globale de gestion des risques</vt:lpstr>
      <vt:lpstr>De quoi allons-nous parler ?</vt:lpstr>
      <vt:lpstr>Le projet en synthèse</vt:lpstr>
      <vt:lpstr>La problématique</vt:lpstr>
      <vt:lpstr>La problématique</vt:lpstr>
      <vt:lpstr>Positionnement des documents de référence et livrables</vt:lpstr>
      <vt:lpstr>Zoom sur le périmètre du [Règlement IA]</vt:lpstr>
      <vt:lpstr>La proposition</vt:lpstr>
      <vt:lpstr>L’objectif</vt:lpstr>
      <vt:lpstr>Les périmètres considérés</vt:lpstr>
      <vt:lpstr>La logique générale</vt:lpstr>
      <vt:lpstr>Étape 1 : estimer le niveau de risque</vt:lpstr>
      <vt:lpstr>Étape 2 : approche par conformité</vt:lpstr>
      <vt:lpstr>Étape 3 : approche par scénarios</vt:lpstr>
      <vt:lpstr>Étape 4 : produire les livrables</vt:lpstr>
      <vt:lpstr>Les livrables</vt:lpstr>
      <vt:lpstr>Les suites</vt:lpstr>
      <vt:lpstr>Et maintenant ?</vt:lpstr>
      <vt:lpstr>Pour finir…</vt:lpstr>
      <vt:lpstr>Ressources utilisées</vt:lpstr>
      <vt:lpstr>Informations de versions</vt:lpstr>
    </vt:vector>
  </TitlesOfParts>
  <Company>Eclipse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Matthieu GRALL</dc:creator>
  <cp:lastModifiedBy>Matthieu GRALL</cp:lastModifiedBy>
  <cp:revision>35</cp:revision>
  <dcterms:created xsi:type="dcterms:W3CDTF">2024-08-08T18:09:03Z</dcterms:created>
  <dcterms:modified xsi:type="dcterms:W3CDTF">2026-04-16T14:23:24Z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